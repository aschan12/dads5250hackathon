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2" r:id="rId2"/>
    <p:sldId id="263" r:id="rId3"/>
    <p:sldId id="266" r:id="rId4"/>
    <p:sldId id="264" r:id="rId5"/>
    <p:sldId id="256" r:id="rId6"/>
    <p:sldId id="267" r:id="rId7"/>
    <p:sldId id="273" r:id="rId8"/>
    <p:sldId id="272" r:id="rId9"/>
    <p:sldId id="269" r:id="rId10"/>
    <p:sldId id="274" r:id="rId11"/>
    <p:sldId id="275" r:id="rId12"/>
    <p:sldId id="270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16382-C7EA-6955-F68B-C4484A705C64}" v="406" dt="2026-10-28T14:57:49.912"/>
    <p1510:client id="{AB8694FC-0530-DB39-3AB8-F9BF3BF6C2B3}" v="7" dt="2026-10-29T01:46:06.155"/>
    <p1510:client id="{B1B72083-6956-2BD4-5155-B24E2B0FF4EA}" v="211" dt="2026-10-28T21:31:32.488"/>
    <p1510:client id="{F7732274-D71E-5CC9-F573-10BAA0376368}" v="4" dt="2026-10-29T00:05:24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on Chan" userId="S::chan.anso@northeastern.edu::b9819fdb-77df-40ae-b4b2-9b6087f1be7a" providerId="AD" clId="Web-{DC1EE794-89F7-0EF1-3B6C-BF358FC15D98}"/>
    <pc:docChg chg="sldOrd">
      <pc:chgData name="Anson Chan" userId="S::chan.anso@northeastern.edu::b9819fdb-77df-40ae-b4b2-9b6087f1be7a" providerId="AD" clId="Web-{DC1EE794-89F7-0EF1-3B6C-BF358FC15D98}" dt="2026-10-23T17:21:28.351" v="0"/>
      <pc:docMkLst>
        <pc:docMk/>
      </pc:docMkLst>
    </pc:docChg>
  </pc:docChgLst>
  <pc:docChgLst>
    <pc:chgData name="Anson Chan" userId="S::chan.anso@northeastern.edu::b9819fdb-77df-40ae-b4b2-9b6087f1be7a" providerId="AD" clId="Web-{0DC16382-C7EA-6955-F68B-C4484A705C64}"/>
    <pc:docChg chg="addSld delSld modSld sldOrd addSection delSection">
      <pc:chgData name="Anson Chan" userId="S::chan.anso@northeastern.edu::b9819fdb-77df-40ae-b4b2-9b6087f1be7a" providerId="AD" clId="Web-{0DC16382-C7EA-6955-F68B-C4484A705C64}" dt="2026-10-28T14:57:49.927" v="449" actId="20577"/>
      <pc:docMkLst>
        <pc:docMk/>
      </pc:docMkLst>
      <pc:sldChg chg="addSp delSp modSp">
        <pc:chgData name="Anson Chan" userId="S::chan.anso@northeastern.edu::b9819fdb-77df-40ae-b4b2-9b6087f1be7a" providerId="AD" clId="Web-{0DC16382-C7EA-6955-F68B-C4484A705C64}" dt="2026-10-27T03:23:34.692" v="8" actId="1076"/>
        <pc:sldMkLst>
          <pc:docMk/>
          <pc:sldMk cId="238967962" sldId="263"/>
        </pc:sldMkLst>
        <pc:picChg chg="add mod">
          <ac:chgData name="Anson Chan" userId="S::chan.anso@northeastern.edu::b9819fdb-77df-40ae-b4b2-9b6087f1be7a" providerId="AD" clId="Web-{0DC16382-C7EA-6955-F68B-C4484A705C64}" dt="2026-10-27T03:23:34.692" v="8" actId="1076"/>
          <ac:picMkLst>
            <pc:docMk/>
            <pc:sldMk cId="238967962" sldId="263"/>
            <ac:picMk id="3" creationId="{021BA7DD-9CF8-A1F6-9994-87F11161FD64}"/>
          </ac:picMkLst>
        </pc:picChg>
      </pc:sldChg>
      <pc:sldChg chg="modSp ord">
        <pc:chgData name="Anson Chan" userId="S::chan.anso@northeastern.edu::b9819fdb-77df-40ae-b4b2-9b6087f1be7a" providerId="AD" clId="Web-{0DC16382-C7EA-6955-F68B-C4484A705C64}" dt="2026-10-28T14:10:26.575" v="298"/>
        <pc:sldMkLst>
          <pc:docMk/>
          <pc:sldMk cId="510651504" sldId="264"/>
        </pc:sldMkLst>
        <pc:spChg chg="mod">
          <ac:chgData name="Anson Chan" userId="S::chan.anso@northeastern.edu::b9819fdb-77df-40ae-b4b2-9b6087f1be7a" providerId="AD" clId="Web-{0DC16382-C7EA-6955-F68B-C4484A705C64}" dt="2026-10-27T03:52:26.184" v="26" actId="20577"/>
          <ac:spMkLst>
            <pc:docMk/>
            <pc:sldMk cId="510651504" sldId="264"/>
            <ac:spMk id="28" creationId="{C7775358-A843-D75C-F051-DFA32D4C3D32}"/>
          </ac:spMkLst>
        </pc:spChg>
      </pc:sldChg>
      <pc:sldChg chg="addSp delSp modSp ord">
        <pc:chgData name="Anson Chan" userId="S::chan.anso@northeastern.edu::b9819fdb-77df-40ae-b4b2-9b6087f1be7a" providerId="AD" clId="Web-{0DC16382-C7EA-6955-F68B-C4484A705C64}" dt="2026-10-28T14:10:20.856" v="297"/>
        <pc:sldMkLst>
          <pc:docMk/>
          <pc:sldMk cId="233069481" sldId="266"/>
        </pc:sldMkLst>
        <pc:spChg chg="add mod">
          <ac:chgData name="Anson Chan" userId="S::chan.anso@northeastern.edu::b9819fdb-77df-40ae-b4b2-9b6087f1be7a" providerId="AD" clId="Web-{0DC16382-C7EA-6955-F68B-C4484A705C64}" dt="2026-10-27T09:06:08.148" v="268" actId="1076"/>
          <ac:spMkLst>
            <pc:docMk/>
            <pc:sldMk cId="233069481" sldId="266"/>
            <ac:spMk id="3" creationId="{2FAE64C7-2BF4-787B-0E9C-C99C7EABF100}"/>
          </ac:spMkLst>
        </pc:spChg>
        <pc:spChg chg="add mod">
          <ac:chgData name="Anson Chan" userId="S::chan.anso@northeastern.edu::b9819fdb-77df-40ae-b4b2-9b6087f1be7a" providerId="AD" clId="Web-{0DC16382-C7EA-6955-F68B-C4484A705C64}" dt="2026-10-27T09:06:08.179" v="269" actId="1076"/>
          <ac:spMkLst>
            <pc:docMk/>
            <pc:sldMk cId="233069481" sldId="266"/>
            <ac:spMk id="5" creationId="{A52617A5-00D0-FE73-14D6-C7D6FE6D5AF1}"/>
          </ac:spMkLst>
        </pc:spChg>
        <pc:spChg chg="add mod">
          <ac:chgData name="Anson Chan" userId="S::chan.anso@northeastern.edu::b9819fdb-77df-40ae-b4b2-9b6087f1be7a" providerId="AD" clId="Web-{0DC16382-C7EA-6955-F68B-C4484A705C64}" dt="2026-10-27T09:06:08.195" v="270" actId="1076"/>
          <ac:spMkLst>
            <pc:docMk/>
            <pc:sldMk cId="233069481" sldId="266"/>
            <ac:spMk id="6" creationId="{8D69E037-BFB8-7FBC-DD26-DD0734F112F4}"/>
          </ac:spMkLst>
        </pc:spChg>
        <pc:spChg chg="add mod">
          <ac:chgData name="Anson Chan" userId="S::chan.anso@northeastern.edu::b9819fdb-77df-40ae-b4b2-9b6087f1be7a" providerId="AD" clId="Web-{0DC16382-C7EA-6955-F68B-C4484A705C64}" dt="2026-10-27T09:06:08.226" v="272" actId="1076"/>
          <ac:spMkLst>
            <pc:docMk/>
            <pc:sldMk cId="233069481" sldId="266"/>
            <ac:spMk id="8" creationId="{F73BEA59-AFFD-6262-D451-9EBBC4B0E60B}"/>
          </ac:spMkLst>
        </pc:spChg>
        <pc:spChg chg="add mod">
          <ac:chgData name="Anson Chan" userId="S::chan.anso@northeastern.edu::b9819fdb-77df-40ae-b4b2-9b6087f1be7a" providerId="AD" clId="Web-{0DC16382-C7EA-6955-F68B-C4484A705C64}" dt="2026-10-27T09:06:08.257" v="274" actId="1076"/>
          <ac:spMkLst>
            <pc:docMk/>
            <pc:sldMk cId="233069481" sldId="266"/>
            <ac:spMk id="10" creationId="{242CF06B-9215-7A6D-BDCC-EED8AA16EBAF}"/>
          </ac:spMkLst>
        </pc:spChg>
        <pc:spChg chg="add mod">
          <ac:chgData name="Anson Chan" userId="S::chan.anso@northeastern.edu::b9819fdb-77df-40ae-b4b2-9b6087f1be7a" providerId="AD" clId="Web-{0DC16382-C7EA-6955-F68B-C4484A705C64}" dt="2026-10-27T09:06:51.648" v="289" actId="20577"/>
          <ac:spMkLst>
            <pc:docMk/>
            <pc:sldMk cId="233069481" sldId="266"/>
            <ac:spMk id="19" creationId="{B6297DE7-FC7C-12A4-99E5-AA0D950D4CEB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710" v="244" actId="1076"/>
          <ac:spMkLst>
            <pc:docMk/>
            <pc:sldMk cId="233069481" sldId="266"/>
            <ac:spMk id="70" creationId="{15223A13-081C-8FD4-000B-A4FE75D86F29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726" v="245" actId="1076"/>
          <ac:spMkLst>
            <pc:docMk/>
            <pc:sldMk cId="233069481" sldId="266"/>
            <ac:spMk id="72" creationId="{6FC46CF5-01D4-345E-C15B-E6502DC1A4E9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757" v="246" actId="1076"/>
          <ac:spMkLst>
            <pc:docMk/>
            <pc:sldMk cId="233069481" sldId="266"/>
            <ac:spMk id="74" creationId="{3028324B-BB1F-0F42-B24C-B9BC7DE39DA4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773" v="247" actId="1076"/>
          <ac:spMkLst>
            <pc:docMk/>
            <pc:sldMk cId="233069481" sldId="266"/>
            <ac:spMk id="76" creationId="{F349A536-9829-D3D9-151E-82EBAB46E99B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789" v="248" actId="1076"/>
          <ac:spMkLst>
            <pc:docMk/>
            <pc:sldMk cId="233069481" sldId="266"/>
            <ac:spMk id="78" creationId="{4E5900A5-93D2-5B7F-3F14-A0B779D673EB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804" v="249" actId="1076"/>
          <ac:spMkLst>
            <pc:docMk/>
            <pc:sldMk cId="233069481" sldId="266"/>
            <ac:spMk id="80" creationId="{37B7AD5D-ADD6-F6EF-D545-0711D4FAFAD2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820" v="250" actId="1076"/>
          <ac:spMkLst>
            <pc:docMk/>
            <pc:sldMk cId="233069481" sldId="266"/>
            <ac:spMk id="82" creationId="{0CC4D9B9-9458-3076-185A-DE6AFD4A4BF8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835" v="251" actId="1076"/>
          <ac:spMkLst>
            <pc:docMk/>
            <pc:sldMk cId="233069481" sldId="266"/>
            <ac:spMk id="84" creationId="{A0F1BC42-4771-6007-2D3B-3EB3DBEA6776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867" v="252" actId="1076"/>
          <ac:spMkLst>
            <pc:docMk/>
            <pc:sldMk cId="233069481" sldId="266"/>
            <ac:spMk id="86" creationId="{4393C5B8-025B-B092-33C2-303A55A1BD44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882" v="253" actId="1076"/>
          <ac:spMkLst>
            <pc:docMk/>
            <pc:sldMk cId="233069481" sldId="266"/>
            <ac:spMk id="88" creationId="{96BCBC31-998C-4D25-94ED-7469E50A3360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898" v="254" actId="1076"/>
          <ac:spMkLst>
            <pc:docMk/>
            <pc:sldMk cId="233069481" sldId="266"/>
            <ac:spMk id="90" creationId="{83583833-C0D0-8BDF-4D87-0CE40CECEF07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7.976" v="258" actId="1076"/>
          <ac:spMkLst>
            <pc:docMk/>
            <pc:sldMk cId="233069481" sldId="266"/>
            <ac:spMk id="98" creationId="{96989DF1-9993-7E6C-0EF1-E5C487971BA9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8.007" v="260" actId="1076"/>
          <ac:spMkLst>
            <pc:docMk/>
            <pc:sldMk cId="233069481" sldId="266"/>
            <ac:spMk id="104" creationId="{4527AF39-7AAB-13E7-1943-D25DABB5EB2A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8.054" v="263" actId="1076"/>
          <ac:spMkLst>
            <pc:docMk/>
            <pc:sldMk cId="233069481" sldId="266"/>
            <ac:spMk id="114" creationId="{FC42B0E9-4D41-DB44-0E08-AC0CFDB1A18B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8.070" v="264" actId="1076"/>
          <ac:spMkLst>
            <pc:docMk/>
            <pc:sldMk cId="233069481" sldId="266"/>
            <ac:spMk id="116" creationId="{C455C254-D1A1-C858-11B3-3D4F6D3B6D5E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8.101" v="265" actId="1076"/>
          <ac:spMkLst>
            <pc:docMk/>
            <pc:sldMk cId="233069481" sldId="266"/>
            <ac:spMk id="120" creationId="{A5290919-E3CB-0C68-21E0-1D6ED2F9668F}"/>
          </ac:spMkLst>
        </pc:spChg>
        <pc:spChg chg="mod">
          <ac:chgData name="Anson Chan" userId="S::chan.anso@northeastern.edu::b9819fdb-77df-40ae-b4b2-9b6087f1be7a" providerId="AD" clId="Web-{0DC16382-C7EA-6955-F68B-C4484A705C64}" dt="2026-10-27T09:06:08.132" v="267" actId="1076"/>
          <ac:spMkLst>
            <pc:docMk/>
            <pc:sldMk cId="233069481" sldId="266"/>
            <ac:spMk id="126" creationId="{CCFA6303-4F24-1C51-CDF9-43C5467FC2C3}"/>
          </ac:spMkLst>
        </pc:spChg>
        <pc:cxnChg chg="add mod">
          <ac:chgData name="Anson Chan" userId="S::chan.anso@northeastern.edu::b9819fdb-77df-40ae-b4b2-9b6087f1be7a" providerId="AD" clId="Web-{0DC16382-C7EA-6955-F68B-C4484A705C64}" dt="2026-10-27T09:06:08.210" v="271" actId="1076"/>
          <ac:cxnSpMkLst>
            <pc:docMk/>
            <pc:sldMk cId="233069481" sldId="266"/>
            <ac:cxnSpMk id="7" creationId="{F437B6B9-0AF3-F5E5-5A38-D3BA40B2443E}"/>
          </ac:cxnSpMkLst>
        </pc:cxnChg>
        <pc:cxnChg chg="add mod">
          <ac:chgData name="Anson Chan" userId="S::chan.anso@northeastern.edu::b9819fdb-77df-40ae-b4b2-9b6087f1be7a" providerId="AD" clId="Web-{0DC16382-C7EA-6955-F68B-C4484A705C64}" dt="2026-10-27T09:06:08.242" v="273" actId="1076"/>
          <ac:cxnSpMkLst>
            <pc:docMk/>
            <pc:sldMk cId="233069481" sldId="266"/>
            <ac:cxnSpMk id="9" creationId="{2ABBA3B5-B87F-019C-2DA6-EC8DEF2BD77D}"/>
          </ac:cxnSpMkLst>
        </pc:cxnChg>
        <pc:cxnChg chg="add mod">
          <ac:chgData name="Anson Chan" userId="S::chan.anso@northeastern.edu::b9819fdb-77df-40ae-b4b2-9b6087f1be7a" providerId="AD" clId="Web-{0DC16382-C7EA-6955-F68B-C4484A705C64}" dt="2026-10-27T09:06:08.273" v="275" actId="1076"/>
          <ac:cxnSpMkLst>
            <pc:docMk/>
            <pc:sldMk cId="233069481" sldId="266"/>
            <ac:cxnSpMk id="13" creationId="{A4208127-8E7B-FDC2-F185-8BE070A407C0}"/>
          </ac:cxnSpMkLst>
        </pc:cxnChg>
        <pc:cxnChg chg="add mod">
          <ac:chgData name="Anson Chan" userId="S::chan.anso@northeastern.edu::b9819fdb-77df-40ae-b4b2-9b6087f1be7a" providerId="AD" clId="Web-{0DC16382-C7EA-6955-F68B-C4484A705C64}" dt="2026-10-27T09:06:08.289" v="276" actId="1076"/>
          <ac:cxnSpMkLst>
            <pc:docMk/>
            <pc:sldMk cId="233069481" sldId="266"/>
            <ac:cxnSpMk id="14" creationId="{3376748C-25FC-B551-4182-F95B46C99730}"/>
          </ac:cxnSpMkLst>
        </pc:cxnChg>
        <pc:cxnChg chg="add mod">
          <ac:chgData name="Anson Chan" userId="S::chan.anso@northeastern.edu::b9819fdb-77df-40ae-b4b2-9b6087f1be7a" providerId="AD" clId="Web-{0DC16382-C7EA-6955-F68B-C4484A705C64}" dt="2026-10-27T09:06:08.304" v="277" actId="1076"/>
          <ac:cxnSpMkLst>
            <pc:docMk/>
            <pc:sldMk cId="233069481" sldId="266"/>
            <ac:cxnSpMk id="15" creationId="{646A1B41-CE16-8148-C0A7-3D5321DB2C11}"/>
          </ac:cxnSpMkLst>
        </pc:cxnChg>
        <pc:cxnChg chg="add mod">
          <ac:chgData name="Anson Chan" userId="S::chan.anso@northeastern.edu::b9819fdb-77df-40ae-b4b2-9b6087f1be7a" providerId="AD" clId="Web-{0DC16382-C7EA-6955-F68B-C4484A705C64}" dt="2026-10-27T09:06:08.320" v="278" actId="1076"/>
          <ac:cxnSpMkLst>
            <pc:docMk/>
            <pc:sldMk cId="233069481" sldId="266"/>
            <ac:cxnSpMk id="16" creationId="{4F0FF871-477C-39CB-A07B-3F38959D6B0A}"/>
          </ac:cxnSpMkLst>
        </pc:cxnChg>
        <pc:cxnChg chg="add mod">
          <ac:chgData name="Anson Chan" userId="S::chan.anso@northeastern.edu::b9819fdb-77df-40ae-b4b2-9b6087f1be7a" providerId="AD" clId="Web-{0DC16382-C7EA-6955-F68B-C4484A705C64}" dt="2026-10-27T09:06:08.335" v="279" actId="1076"/>
          <ac:cxnSpMkLst>
            <pc:docMk/>
            <pc:sldMk cId="233069481" sldId="266"/>
            <ac:cxnSpMk id="17" creationId="{3FFAC880-BCB4-1413-8C45-35F164CDCB9D}"/>
          </ac:cxnSpMkLst>
        </pc:cxnChg>
        <pc:cxnChg chg="add mod">
          <ac:chgData name="Anson Chan" userId="S::chan.anso@northeastern.edu::b9819fdb-77df-40ae-b4b2-9b6087f1be7a" providerId="AD" clId="Web-{0DC16382-C7EA-6955-F68B-C4484A705C64}" dt="2026-10-27T09:06:08.351" v="280" actId="1076"/>
          <ac:cxnSpMkLst>
            <pc:docMk/>
            <pc:sldMk cId="233069481" sldId="266"/>
            <ac:cxnSpMk id="18" creationId="{3E120DBA-9A9F-239F-A843-C05F1D6DEA12}"/>
          </ac:cxnSpMkLst>
        </pc:cxnChg>
        <pc:cxnChg chg="add">
          <ac:chgData name="Anson Chan" userId="S::chan.anso@northeastern.edu::b9819fdb-77df-40ae-b4b2-9b6087f1be7a" providerId="AD" clId="Web-{0DC16382-C7EA-6955-F68B-C4484A705C64}" dt="2026-10-27T09:07:13.351" v="296"/>
          <ac:cxnSpMkLst>
            <pc:docMk/>
            <pc:sldMk cId="233069481" sldId="266"/>
            <ac:cxnSpMk id="21" creationId="{0256EDCD-62F2-984D-1317-FAF4C95B3370}"/>
          </ac:cxnSpMkLst>
        </pc:cxnChg>
        <pc:cxnChg chg="mod">
          <ac:chgData name="Anson Chan" userId="S::chan.anso@northeastern.edu::b9819fdb-77df-40ae-b4b2-9b6087f1be7a" providerId="AD" clId="Web-{0DC16382-C7EA-6955-F68B-C4484A705C64}" dt="2026-10-27T09:06:07.914" v="255" actId="1076"/>
          <ac:cxnSpMkLst>
            <pc:docMk/>
            <pc:sldMk cId="233069481" sldId="266"/>
            <ac:cxnSpMk id="92" creationId="{0CAAE5CE-C2F9-3973-EEA4-B67198CF07A9}"/>
          </ac:cxnSpMkLst>
        </pc:cxnChg>
        <pc:cxnChg chg="mod">
          <ac:chgData name="Anson Chan" userId="S::chan.anso@northeastern.edu::b9819fdb-77df-40ae-b4b2-9b6087f1be7a" providerId="AD" clId="Web-{0DC16382-C7EA-6955-F68B-C4484A705C64}" dt="2026-10-27T09:06:07.929" v="256" actId="1076"/>
          <ac:cxnSpMkLst>
            <pc:docMk/>
            <pc:sldMk cId="233069481" sldId="266"/>
            <ac:cxnSpMk id="94" creationId="{A8F98E89-32E9-3D0E-3A15-50E6F7D61A39}"/>
          </ac:cxnSpMkLst>
        </pc:cxnChg>
        <pc:cxnChg chg="mod">
          <ac:chgData name="Anson Chan" userId="S::chan.anso@northeastern.edu::b9819fdb-77df-40ae-b4b2-9b6087f1be7a" providerId="AD" clId="Web-{0DC16382-C7EA-6955-F68B-C4484A705C64}" dt="2026-10-27T09:06:07.945" v="257" actId="1076"/>
          <ac:cxnSpMkLst>
            <pc:docMk/>
            <pc:sldMk cId="233069481" sldId="266"/>
            <ac:cxnSpMk id="96" creationId="{9245009A-E276-5151-C16E-A426F86362FF}"/>
          </ac:cxnSpMkLst>
        </pc:cxnChg>
        <pc:cxnChg chg="mod">
          <ac:chgData name="Anson Chan" userId="S::chan.anso@northeastern.edu::b9819fdb-77df-40ae-b4b2-9b6087f1be7a" providerId="AD" clId="Web-{0DC16382-C7EA-6955-F68B-C4484A705C64}" dt="2026-10-27T09:06:07.992" v="259" actId="1076"/>
          <ac:cxnSpMkLst>
            <pc:docMk/>
            <pc:sldMk cId="233069481" sldId="266"/>
            <ac:cxnSpMk id="100" creationId="{9F0E8EB8-A849-DF2D-A91F-981CE7663A8F}"/>
          </ac:cxnSpMkLst>
        </pc:cxnChg>
        <pc:cxnChg chg="mod">
          <ac:chgData name="Anson Chan" userId="S::chan.anso@northeastern.edu::b9819fdb-77df-40ae-b4b2-9b6087f1be7a" providerId="AD" clId="Web-{0DC16382-C7EA-6955-F68B-C4484A705C64}" dt="2026-10-27T09:06:08.023" v="261" actId="1076"/>
          <ac:cxnSpMkLst>
            <pc:docMk/>
            <pc:sldMk cId="233069481" sldId="266"/>
            <ac:cxnSpMk id="108" creationId="{4DFB97AA-2539-8130-A20F-C25EA183ED95}"/>
          </ac:cxnSpMkLst>
        </pc:cxnChg>
        <pc:cxnChg chg="mod">
          <ac:chgData name="Anson Chan" userId="S::chan.anso@northeastern.edu::b9819fdb-77df-40ae-b4b2-9b6087f1be7a" providerId="AD" clId="Web-{0DC16382-C7EA-6955-F68B-C4484A705C64}" dt="2026-10-27T09:06:08.039" v="262" actId="1076"/>
          <ac:cxnSpMkLst>
            <pc:docMk/>
            <pc:sldMk cId="233069481" sldId="266"/>
            <ac:cxnSpMk id="110" creationId="{70C53163-B13F-C59F-12E8-19A1A3FE3E8D}"/>
          </ac:cxnSpMkLst>
        </pc:cxnChg>
        <pc:cxnChg chg="mod">
          <ac:chgData name="Anson Chan" userId="S::chan.anso@northeastern.edu::b9819fdb-77df-40ae-b4b2-9b6087f1be7a" providerId="AD" clId="Web-{0DC16382-C7EA-6955-F68B-C4484A705C64}" dt="2026-10-27T09:06:08.117" v="266" actId="1076"/>
          <ac:cxnSpMkLst>
            <pc:docMk/>
            <pc:sldMk cId="233069481" sldId="266"/>
            <ac:cxnSpMk id="124" creationId="{4AC84789-F46D-A371-1E7A-404699041499}"/>
          </ac:cxnSpMkLst>
        </pc:cxnChg>
      </pc:sldChg>
      <pc:sldChg chg="modSp">
        <pc:chgData name="Anson Chan" userId="S::chan.anso@northeastern.edu::b9819fdb-77df-40ae-b4b2-9b6087f1be7a" providerId="AD" clId="Web-{0DC16382-C7EA-6955-F68B-C4484A705C64}" dt="2026-10-28T14:51:52.361" v="403" actId="20577"/>
        <pc:sldMkLst>
          <pc:docMk/>
          <pc:sldMk cId="3185757753" sldId="267"/>
        </pc:sldMkLst>
        <pc:spChg chg="mod">
          <ac:chgData name="Anson Chan" userId="S::chan.anso@northeastern.edu::b9819fdb-77df-40ae-b4b2-9b6087f1be7a" providerId="AD" clId="Web-{0DC16382-C7EA-6955-F68B-C4484A705C64}" dt="2026-10-28T14:51:52.361" v="403" actId="20577"/>
          <ac:spMkLst>
            <pc:docMk/>
            <pc:sldMk cId="3185757753" sldId="267"/>
            <ac:spMk id="2" creationId="{FB4C9D93-D04F-D306-DE6C-C6427B263234}"/>
          </ac:spMkLst>
        </pc:spChg>
      </pc:sldChg>
      <pc:sldChg chg="new del">
        <pc:chgData name="Anson Chan" userId="S::chan.anso@northeastern.edu::b9819fdb-77df-40ae-b4b2-9b6087f1be7a" providerId="AD" clId="Web-{0DC16382-C7EA-6955-F68B-C4484A705C64}" dt="2026-10-28T14:34:29.178" v="301"/>
        <pc:sldMkLst>
          <pc:docMk/>
          <pc:sldMk cId="1019239609" sldId="268"/>
        </pc:sldMkLst>
      </pc:sldChg>
      <pc:sldChg chg="addSp delSp modSp add ord replId">
        <pc:chgData name="Anson Chan" userId="S::chan.anso@northeastern.edu::b9819fdb-77df-40ae-b4b2-9b6087f1be7a" providerId="AD" clId="Web-{0DC16382-C7EA-6955-F68B-C4484A705C64}" dt="2026-10-28T14:57:38.615" v="440" actId="20577"/>
        <pc:sldMkLst>
          <pc:docMk/>
          <pc:sldMk cId="2623618222" sldId="269"/>
        </pc:sldMkLst>
        <pc:spChg chg="mod">
          <ac:chgData name="Anson Chan" userId="S::chan.anso@northeastern.edu::b9819fdb-77df-40ae-b4b2-9b6087f1be7a" providerId="AD" clId="Web-{0DC16382-C7EA-6955-F68B-C4484A705C64}" dt="2026-10-28T14:57:38.615" v="440" actId="20577"/>
          <ac:spMkLst>
            <pc:docMk/>
            <pc:sldMk cId="2623618222" sldId="269"/>
            <ac:spMk id="2" creationId="{202431F8-42A6-9494-A392-99B085D8E1B2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26"/>
          <ac:spMkLst>
            <pc:docMk/>
            <pc:sldMk cId="2623618222" sldId="269"/>
            <ac:spMk id="3" creationId="{DA2C788A-CD3B-17E5-EF9D-DAC73C6DFF79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25"/>
          <ac:spMkLst>
            <pc:docMk/>
            <pc:sldMk cId="2623618222" sldId="269"/>
            <ac:spMk id="5" creationId="{89AD5D0D-32DD-C6C8-17F5-CD1CFBEF44D7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24"/>
          <ac:spMkLst>
            <pc:docMk/>
            <pc:sldMk cId="2623618222" sldId="269"/>
            <ac:spMk id="6" creationId="{307E3673-1D4D-2183-91CA-7A992AA6ADC9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22"/>
          <ac:spMkLst>
            <pc:docMk/>
            <pc:sldMk cId="2623618222" sldId="269"/>
            <ac:spMk id="8" creationId="{2556CD5D-DBA7-8C81-188B-95C13B15E4F2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20"/>
          <ac:spMkLst>
            <pc:docMk/>
            <pc:sldMk cId="2623618222" sldId="269"/>
            <ac:spMk id="10" creationId="{79E21B6D-E2CB-3E05-4D22-6809FF6213B7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13"/>
          <ac:spMkLst>
            <pc:docMk/>
            <pc:sldMk cId="2623618222" sldId="269"/>
            <ac:spMk id="19" creationId="{A79AB028-2862-BD60-4060-6730871C5AD6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50"/>
          <ac:spMkLst>
            <pc:docMk/>
            <pc:sldMk cId="2623618222" sldId="269"/>
            <ac:spMk id="70" creationId="{8995CD7B-92C1-347D-ABE9-EE888D732C39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9"/>
          <ac:spMkLst>
            <pc:docMk/>
            <pc:sldMk cId="2623618222" sldId="269"/>
            <ac:spMk id="72" creationId="{44EC9FD0-53FF-672F-EDC5-AF94F40CAAEA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8"/>
          <ac:spMkLst>
            <pc:docMk/>
            <pc:sldMk cId="2623618222" sldId="269"/>
            <ac:spMk id="74" creationId="{CEC94F32-6DBE-31FD-1223-B35E490B711A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7"/>
          <ac:spMkLst>
            <pc:docMk/>
            <pc:sldMk cId="2623618222" sldId="269"/>
            <ac:spMk id="76" creationId="{3AD98B22-D017-DCBC-26B1-1AB2A923E251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6"/>
          <ac:spMkLst>
            <pc:docMk/>
            <pc:sldMk cId="2623618222" sldId="269"/>
            <ac:spMk id="78" creationId="{D646C500-E4EE-A647-A7A9-443A8F28579D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5"/>
          <ac:spMkLst>
            <pc:docMk/>
            <pc:sldMk cId="2623618222" sldId="269"/>
            <ac:spMk id="80" creationId="{D8EA189A-B27F-EED4-218B-FD510C925C14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4"/>
          <ac:spMkLst>
            <pc:docMk/>
            <pc:sldMk cId="2623618222" sldId="269"/>
            <ac:spMk id="82" creationId="{4F7DD2FC-8680-54AF-F78C-9E865E4F7339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3"/>
          <ac:spMkLst>
            <pc:docMk/>
            <pc:sldMk cId="2623618222" sldId="269"/>
            <ac:spMk id="84" creationId="{C89D54D5-76C3-97D1-E1BC-06884A30A6FC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2"/>
          <ac:spMkLst>
            <pc:docMk/>
            <pc:sldMk cId="2623618222" sldId="269"/>
            <ac:spMk id="86" creationId="{8020D2A7-CC85-B652-0E9D-E3084526AADA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1"/>
          <ac:spMkLst>
            <pc:docMk/>
            <pc:sldMk cId="2623618222" sldId="269"/>
            <ac:spMk id="88" creationId="{E8673BED-CD7F-01DB-96B6-3A4D4A43692F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40"/>
          <ac:spMkLst>
            <pc:docMk/>
            <pc:sldMk cId="2623618222" sldId="269"/>
            <ac:spMk id="90" creationId="{C591E4C4-3247-BB60-DF33-30B95B993B06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36"/>
          <ac:spMkLst>
            <pc:docMk/>
            <pc:sldMk cId="2623618222" sldId="269"/>
            <ac:spMk id="98" creationId="{7196EE71-EE99-B033-1750-74B5AEE6B96F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34"/>
          <ac:spMkLst>
            <pc:docMk/>
            <pc:sldMk cId="2623618222" sldId="269"/>
            <ac:spMk id="104" creationId="{20D74EF2-DA39-699C-5F39-A4844700FCFF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31"/>
          <ac:spMkLst>
            <pc:docMk/>
            <pc:sldMk cId="2623618222" sldId="269"/>
            <ac:spMk id="114" creationId="{27D55989-AED7-D22B-B514-B876C4942464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30"/>
          <ac:spMkLst>
            <pc:docMk/>
            <pc:sldMk cId="2623618222" sldId="269"/>
            <ac:spMk id="116" creationId="{CBD6F111-04C1-F168-D222-2386060B4C97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29"/>
          <ac:spMkLst>
            <pc:docMk/>
            <pc:sldMk cId="2623618222" sldId="269"/>
            <ac:spMk id="120" creationId="{49108C10-2080-0B8F-ED4D-EF88F4344C0B}"/>
          </ac:spMkLst>
        </pc:spChg>
        <pc:spChg chg="del">
          <ac:chgData name="Anson Chan" userId="S::chan.anso@northeastern.edu::b9819fdb-77df-40ae-b4b2-9b6087f1be7a" providerId="AD" clId="Web-{0DC16382-C7EA-6955-F68B-C4484A705C64}" dt="2026-10-28T14:34:40.318" v="327"/>
          <ac:spMkLst>
            <pc:docMk/>
            <pc:sldMk cId="2623618222" sldId="269"/>
            <ac:spMk id="126" creationId="{6A5AF6E8-2129-2650-FFC6-5778A46CA139}"/>
          </ac:spMkLst>
        </pc:spChg>
        <pc:picChg chg="add mod">
          <ac:chgData name="Anson Chan" userId="S::chan.anso@northeastern.edu::b9819fdb-77df-40ae-b4b2-9b6087f1be7a" providerId="AD" clId="Web-{0DC16382-C7EA-6955-F68B-C4484A705C64}" dt="2026-10-28T14:36:44.742" v="367" actId="1076"/>
          <ac:picMkLst>
            <pc:docMk/>
            <pc:sldMk cId="2623618222" sldId="269"/>
            <ac:picMk id="4" creationId="{34267A82-9916-F836-7619-A150B0541C80}"/>
          </ac:picMkLst>
        </pc:picChg>
        <pc:cxnChg chg="del">
          <ac:chgData name="Anson Chan" userId="S::chan.anso@northeastern.edu::b9819fdb-77df-40ae-b4b2-9b6087f1be7a" providerId="AD" clId="Web-{0DC16382-C7EA-6955-F68B-C4484A705C64}" dt="2026-10-28T14:34:40.318" v="323"/>
          <ac:cxnSpMkLst>
            <pc:docMk/>
            <pc:sldMk cId="2623618222" sldId="269"/>
            <ac:cxnSpMk id="7" creationId="{3B603B8C-F5B1-CEE2-D966-8FBCFC195297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21"/>
          <ac:cxnSpMkLst>
            <pc:docMk/>
            <pc:sldMk cId="2623618222" sldId="269"/>
            <ac:cxnSpMk id="9" creationId="{A050F467-26F8-C97D-FD17-640C0E6B5CEB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19"/>
          <ac:cxnSpMkLst>
            <pc:docMk/>
            <pc:sldMk cId="2623618222" sldId="269"/>
            <ac:cxnSpMk id="13" creationId="{F64DF363-76D4-22F7-4FC5-7E181793BA5E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18"/>
          <ac:cxnSpMkLst>
            <pc:docMk/>
            <pc:sldMk cId="2623618222" sldId="269"/>
            <ac:cxnSpMk id="14" creationId="{7D33A41E-6E49-50DE-A3CD-98B709B2FE23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17"/>
          <ac:cxnSpMkLst>
            <pc:docMk/>
            <pc:sldMk cId="2623618222" sldId="269"/>
            <ac:cxnSpMk id="15" creationId="{47D7F8AC-FA59-2BED-F1ED-164CED2AE8DF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16"/>
          <ac:cxnSpMkLst>
            <pc:docMk/>
            <pc:sldMk cId="2623618222" sldId="269"/>
            <ac:cxnSpMk id="16" creationId="{A453EE6A-850B-7FA1-16A0-66F9134F292A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15"/>
          <ac:cxnSpMkLst>
            <pc:docMk/>
            <pc:sldMk cId="2623618222" sldId="269"/>
            <ac:cxnSpMk id="17" creationId="{B1C54F8D-6D3C-7428-DE95-2D2632468CED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14"/>
          <ac:cxnSpMkLst>
            <pc:docMk/>
            <pc:sldMk cId="2623618222" sldId="269"/>
            <ac:cxnSpMk id="18" creationId="{D2AC9991-C433-D51A-2399-CEF6D6DEFEBB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12"/>
          <ac:cxnSpMkLst>
            <pc:docMk/>
            <pc:sldMk cId="2623618222" sldId="269"/>
            <ac:cxnSpMk id="21" creationId="{BD129F1C-5ACF-3B4E-8B01-8AA88A74A8EE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39"/>
          <ac:cxnSpMkLst>
            <pc:docMk/>
            <pc:sldMk cId="2623618222" sldId="269"/>
            <ac:cxnSpMk id="92" creationId="{28A1F406-A890-DA93-9C22-95C492AF07A0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38"/>
          <ac:cxnSpMkLst>
            <pc:docMk/>
            <pc:sldMk cId="2623618222" sldId="269"/>
            <ac:cxnSpMk id="94" creationId="{5573D168-ADF4-0185-6E8A-D36D965854F0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37"/>
          <ac:cxnSpMkLst>
            <pc:docMk/>
            <pc:sldMk cId="2623618222" sldId="269"/>
            <ac:cxnSpMk id="96" creationId="{7594FE0D-440F-7C8F-341F-63917F66ABEE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35"/>
          <ac:cxnSpMkLst>
            <pc:docMk/>
            <pc:sldMk cId="2623618222" sldId="269"/>
            <ac:cxnSpMk id="100" creationId="{55A5A76E-D2F4-08C5-6907-EA1A82A12540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33"/>
          <ac:cxnSpMkLst>
            <pc:docMk/>
            <pc:sldMk cId="2623618222" sldId="269"/>
            <ac:cxnSpMk id="108" creationId="{DFB5C43A-2099-9D3A-AAE0-7540953A2ECD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32"/>
          <ac:cxnSpMkLst>
            <pc:docMk/>
            <pc:sldMk cId="2623618222" sldId="269"/>
            <ac:cxnSpMk id="110" creationId="{8537F23D-7E0B-7D3F-29CB-E68EA337265C}"/>
          </ac:cxnSpMkLst>
        </pc:cxnChg>
        <pc:cxnChg chg="del">
          <ac:chgData name="Anson Chan" userId="S::chan.anso@northeastern.edu::b9819fdb-77df-40ae-b4b2-9b6087f1be7a" providerId="AD" clId="Web-{0DC16382-C7EA-6955-F68B-C4484A705C64}" dt="2026-10-28T14:34:40.318" v="328"/>
          <ac:cxnSpMkLst>
            <pc:docMk/>
            <pc:sldMk cId="2623618222" sldId="269"/>
            <ac:cxnSpMk id="124" creationId="{ECC00AFA-5D45-076E-9776-8D6D7656687C}"/>
          </ac:cxnSpMkLst>
        </pc:cxnChg>
      </pc:sldChg>
      <pc:sldChg chg="addSp delSp modSp add replId">
        <pc:chgData name="Anson Chan" userId="S::chan.anso@northeastern.edu::b9819fdb-77df-40ae-b4b2-9b6087f1be7a" providerId="AD" clId="Web-{0DC16382-C7EA-6955-F68B-C4484A705C64}" dt="2026-10-28T14:57:49.927" v="449" actId="20577"/>
        <pc:sldMkLst>
          <pc:docMk/>
          <pc:sldMk cId="2886233775" sldId="270"/>
        </pc:sldMkLst>
        <pc:spChg chg="mod">
          <ac:chgData name="Anson Chan" userId="S::chan.anso@northeastern.edu::b9819fdb-77df-40ae-b4b2-9b6087f1be7a" providerId="AD" clId="Web-{0DC16382-C7EA-6955-F68B-C4484A705C64}" dt="2026-10-28T14:57:49.927" v="449" actId="20577"/>
          <ac:spMkLst>
            <pc:docMk/>
            <pc:sldMk cId="2886233775" sldId="270"/>
            <ac:spMk id="2" creationId="{8597EE0C-B905-3FC8-1136-32E7E06B6073}"/>
          </ac:spMkLst>
        </pc:spChg>
        <pc:picChg chg="add mod">
          <ac:chgData name="Anson Chan" userId="S::chan.anso@northeastern.edu::b9819fdb-77df-40ae-b4b2-9b6087f1be7a" providerId="AD" clId="Web-{0DC16382-C7EA-6955-F68B-C4484A705C64}" dt="2026-10-28T14:37:38.539" v="373" actId="1076"/>
          <ac:picMkLst>
            <pc:docMk/>
            <pc:sldMk cId="2886233775" sldId="270"/>
            <ac:picMk id="3" creationId="{326F7A80-5523-BA71-E79F-F2AD2074FE84}"/>
          </ac:picMkLst>
        </pc:picChg>
        <pc:picChg chg="del">
          <ac:chgData name="Anson Chan" userId="S::chan.anso@northeastern.edu::b9819fdb-77df-40ae-b4b2-9b6087f1be7a" providerId="AD" clId="Web-{0DC16382-C7EA-6955-F68B-C4484A705C64}" dt="2026-10-28T14:37:28.523" v="371"/>
          <ac:picMkLst>
            <pc:docMk/>
            <pc:sldMk cId="2886233775" sldId="270"/>
            <ac:picMk id="4" creationId="{2B68DE10-CAC6-BEB6-0D01-8E4829DA89FB}"/>
          </ac:picMkLst>
        </pc:picChg>
      </pc:sldChg>
      <pc:sldChg chg="new del">
        <pc:chgData name="Anson Chan" userId="S::chan.anso@northeastern.edu::b9819fdb-77df-40ae-b4b2-9b6087f1be7a" providerId="AD" clId="Web-{0DC16382-C7EA-6955-F68B-C4484A705C64}" dt="2026-10-28T14:43:37.293" v="389"/>
        <pc:sldMkLst>
          <pc:docMk/>
          <pc:sldMk cId="3924970724" sldId="271"/>
        </pc:sldMkLst>
      </pc:sldChg>
      <pc:sldChg chg="delSp modSp add ord replId">
        <pc:chgData name="Anson Chan" userId="S::chan.anso@northeastern.edu::b9819fdb-77df-40ae-b4b2-9b6087f1be7a" providerId="AD" clId="Web-{0DC16382-C7EA-6955-F68B-C4484A705C64}" dt="2026-10-28T14:43:51.699" v="395"/>
        <pc:sldMkLst>
          <pc:docMk/>
          <pc:sldMk cId="789098138" sldId="272"/>
        </pc:sldMkLst>
        <pc:spChg chg="mod">
          <ac:chgData name="Anson Chan" userId="S::chan.anso@northeastern.edu::b9819fdb-77df-40ae-b4b2-9b6087f1be7a" providerId="AD" clId="Web-{0DC16382-C7EA-6955-F68B-C4484A705C64}" dt="2026-10-28T14:43:50.152" v="394" actId="20577"/>
          <ac:spMkLst>
            <pc:docMk/>
            <pc:sldMk cId="789098138" sldId="272"/>
            <ac:spMk id="2" creationId="{365E0C31-49FB-48F9-44E8-4FC2039A4705}"/>
          </ac:spMkLst>
        </pc:spChg>
        <pc:picChg chg="del">
          <ac:chgData name="Anson Chan" userId="S::chan.anso@northeastern.edu::b9819fdb-77df-40ae-b4b2-9b6087f1be7a" providerId="AD" clId="Web-{0DC16382-C7EA-6955-F68B-C4484A705C64}" dt="2026-10-28T14:43:51.699" v="395"/>
          <ac:picMkLst>
            <pc:docMk/>
            <pc:sldMk cId="789098138" sldId="272"/>
            <ac:picMk id="4" creationId="{825C2E1A-31F2-7ABB-1D8D-5B174A832BE0}"/>
          </ac:picMkLst>
        </pc:picChg>
      </pc:sldChg>
      <pc:sldChg chg="new del ord">
        <pc:chgData name="Anson Chan" userId="S::chan.anso@northeastern.edu::b9819fdb-77df-40ae-b4b2-9b6087f1be7a" providerId="AD" clId="Web-{0DC16382-C7EA-6955-F68B-C4484A705C64}" dt="2026-10-28T14:51:59.142" v="406"/>
        <pc:sldMkLst>
          <pc:docMk/>
          <pc:sldMk cId="2507739494" sldId="273"/>
        </pc:sldMkLst>
      </pc:sldChg>
      <pc:sldChg chg="addSp delSp modSp add ord replId">
        <pc:chgData name="Anson Chan" userId="S::chan.anso@northeastern.edu::b9819fdb-77df-40ae-b4b2-9b6087f1be7a" providerId="AD" clId="Web-{0DC16382-C7EA-6955-F68B-C4484A705C64}" dt="2026-10-28T14:53:08.768" v="428" actId="1076"/>
        <pc:sldMkLst>
          <pc:docMk/>
          <pc:sldMk cId="3360725605" sldId="273"/>
        </pc:sldMkLst>
        <pc:spChg chg="mod">
          <ac:chgData name="Anson Chan" userId="S::chan.anso@northeastern.edu::b9819fdb-77df-40ae-b4b2-9b6087f1be7a" providerId="AD" clId="Web-{0DC16382-C7EA-6955-F68B-C4484A705C64}" dt="2026-10-28T14:52:25.252" v="415" actId="20577"/>
          <ac:spMkLst>
            <pc:docMk/>
            <pc:sldMk cId="3360725605" sldId="273"/>
            <ac:spMk id="2" creationId="{4CD73125-7529-1F07-7A6A-184D881C85DB}"/>
          </ac:spMkLst>
        </pc:spChg>
        <pc:spChg chg="add del">
          <ac:chgData name="Anson Chan" userId="S::chan.anso@northeastern.edu::b9819fdb-77df-40ae-b4b2-9b6087f1be7a" providerId="AD" clId="Web-{0DC16382-C7EA-6955-F68B-C4484A705C64}" dt="2026-10-28T14:52:32.236" v="417"/>
          <ac:spMkLst>
            <pc:docMk/>
            <pc:sldMk cId="3360725605" sldId="273"/>
            <ac:spMk id="3" creationId="{35FE5ECD-BC28-2FDA-AAAC-FCE8E8B3ECD3}"/>
          </ac:spMkLst>
        </pc:spChg>
        <pc:spChg chg="add del">
          <ac:chgData name="Anson Chan" userId="S::chan.anso@northeastern.edu::b9819fdb-77df-40ae-b4b2-9b6087f1be7a" providerId="AD" clId="Web-{0DC16382-C7EA-6955-F68B-C4484A705C64}" dt="2026-10-28T14:52:34.768" v="419"/>
          <ac:spMkLst>
            <pc:docMk/>
            <pc:sldMk cId="3360725605" sldId="273"/>
            <ac:spMk id="4" creationId="{23344FB0-E46C-9F19-3864-CC2FCD5C0309}"/>
          </ac:spMkLst>
        </pc:spChg>
        <pc:spChg chg="add mod">
          <ac:chgData name="Anson Chan" userId="S::chan.anso@northeastern.edu::b9819fdb-77df-40ae-b4b2-9b6087f1be7a" providerId="AD" clId="Web-{0DC16382-C7EA-6955-F68B-C4484A705C64}" dt="2026-10-28T14:53:08.768" v="428" actId="1076"/>
          <ac:spMkLst>
            <pc:docMk/>
            <pc:sldMk cId="3360725605" sldId="273"/>
            <ac:spMk id="5" creationId="{E6C52718-7BBC-81D8-38B6-68958D9BDBA3}"/>
          </ac:spMkLst>
        </pc:spChg>
      </pc:sldChg>
    </pc:docChg>
  </pc:docChgLst>
  <pc:docChgLst>
    <pc:chgData name="Colin Moller" userId="S::moller.c@northeastern.edu::b004c021-eb49-4019-b007-3601bf84ba65" providerId="AD" clId="Web-{B1B72083-6956-2BD4-5155-B24E2B0FF4EA}"/>
    <pc:docChg chg="addSld delSld modSld sldOrd">
      <pc:chgData name="Colin Moller" userId="S::moller.c@northeastern.edu::b004c021-eb49-4019-b007-3601bf84ba65" providerId="AD" clId="Web-{B1B72083-6956-2BD4-5155-B24E2B0FF4EA}" dt="2026-10-28T21:31:32.488" v="190" actId="20577"/>
      <pc:docMkLst>
        <pc:docMk/>
      </pc:docMkLst>
      <pc:sldChg chg="modSp add">
        <pc:chgData name="Colin Moller" userId="S::moller.c@northeastern.edu::b004c021-eb49-4019-b007-3601bf84ba65" providerId="AD" clId="Web-{B1B72083-6956-2BD4-5155-B24E2B0FF4EA}" dt="2026-10-28T21:20:51.673" v="182" actId="20577"/>
        <pc:sldMkLst>
          <pc:docMk/>
          <pc:sldMk cId="0" sldId="256"/>
        </pc:sldMkLst>
        <pc:spChg chg="mod">
          <ac:chgData name="Colin Moller" userId="S::moller.c@northeastern.edu::b004c021-eb49-4019-b007-3601bf84ba65" providerId="AD" clId="Web-{B1B72083-6956-2BD4-5155-B24E2B0FF4EA}" dt="2026-10-28T21:20:51.673" v="182" actId="20577"/>
          <ac:spMkLst>
            <pc:docMk/>
            <pc:sldMk cId="0" sldId="256"/>
            <ac:spMk id="22" creationId="{00000000-0000-0000-0000-000000000000}"/>
          </ac:spMkLst>
        </pc:spChg>
      </pc:sldChg>
      <pc:sldChg chg="modSp">
        <pc:chgData name="Colin Moller" userId="S::moller.c@northeastern.edu::b004c021-eb49-4019-b007-3601bf84ba65" providerId="AD" clId="Web-{B1B72083-6956-2BD4-5155-B24E2B0FF4EA}" dt="2026-10-28T21:31:32.488" v="190" actId="20577"/>
        <pc:sldMkLst>
          <pc:docMk/>
          <pc:sldMk cId="510651504" sldId="264"/>
        </pc:sldMkLst>
        <pc:spChg chg="mod">
          <ac:chgData name="Colin Moller" userId="S::moller.c@northeastern.edu::b004c021-eb49-4019-b007-3601bf84ba65" providerId="AD" clId="Web-{B1B72083-6956-2BD4-5155-B24E2B0FF4EA}" dt="2026-10-28T21:31:32.488" v="190" actId="20577"/>
          <ac:spMkLst>
            <pc:docMk/>
            <pc:sldMk cId="510651504" sldId="264"/>
            <ac:spMk id="28" creationId="{C7775358-A843-D75C-F051-DFA32D4C3D32}"/>
          </ac:spMkLst>
        </pc:spChg>
      </pc:sldChg>
      <pc:sldChg chg="addSp delSp modSp">
        <pc:chgData name="Colin Moller" userId="S::moller.c@northeastern.edu::b004c021-eb49-4019-b007-3601bf84ba65" providerId="AD" clId="Web-{B1B72083-6956-2BD4-5155-B24E2B0FF4EA}" dt="2026-10-28T20:48:41.525" v="96" actId="20577"/>
        <pc:sldMkLst>
          <pc:docMk/>
          <pc:sldMk cId="2623618222" sldId="269"/>
        </pc:sldMkLst>
        <pc:spChg chg="mod">
          <ac:chgData name="Colin Moller" userId="S::moller.c@northeastern.edu::b004c021-eb49-4019-b007-3601bf84ba65" providerId="AD" clId="Web-{B1B72083-6956-2BD4-5155-B24E2B0FF4EA}" dt="2026-10-28T20:48:41.525" v="96" actId="20577"/>
          <ac:spMkLst>
            <pc:docMk/>
            <pc:sldMk cId="2623618222" sldId="269"/>
            <ac:spMk id="2" creationId="{202431F8-42A6-9494-A392-99B085D8E1B2}"/>
          </ac:spMkLst>
        </pc:spChg>
        <pc:picChg chg="add del mod">
          <ac:chgData name="Colin Moller" userId="S::moller.c@northeastern.edu::b004c021-eb49-4019-b007-3601bf84ba65" providerId="AD" clId="Web-{B1B72083-6956-2BD4-5155-B24E2B0FF4EA}" dt="2026-10-28T20:37:58.194" v="67"/>
          <ac:picMkLst>
            <pc:docMk/>
            <pc:sldMk cId="2623618222" sldId="269"/>
            <ac:picMk id="3" creationId="{B741FE8D-D063-6067-1B5C-A3276F88E895}"/>
          </ac:picMkLst>
        </pc:picChg>
        <pc:picChg chg="del">
          <ac:chgData name="Colin Moller" userId="S::moller.c@northeastern.edu::b004c021-eb49-4019-b007-3601bf84ba65" providerId="AD" clId="Web-{B1B72083-6956-2BD4-5155-B24E2B0FF4EA}" dt="2026-10-28T20:37:36.209" v="59"/>
          <ac:picMkLst>
            <pc:docMk/>
            <pc:sldMk cId="2623618222" sldId="269"/>
            <ac:picMk id="4" creationId="{34267A82-9916-F836-7619-A150B0541C80}"/>
          </ac:picMkLst>
        </pc:picChg>
        <pc:picChg chg="add mod">
          <ac:chgData name="Colin Moller" userId="S::moller.c@northeastern.edu::b004c021-eb49-4019-b007-3601bf84ba65" providerId="AD" clId="Web-{B1B72083-6956-2BD4-5155-B24E2B0FF4EA}" dt="2026-10-28T20:38:00.100" v="68"/>
          <ac:picMkLst>
            <pc:docMk/>
            <pc:sldMk cId="2623618222" sldId="269"/>
            <ac:picMk id="5" creationId="{DE5668CA-6FF8-E225-81FD-6C5581878C5F}"/>
          </ac:picMkLst>
        </pc:picChg>
      </pc:sldChg>
      <pc:sldChg chg="addSp delSp modSp ord">
        <pc:chgData name="Colin Moller" userId="S::moller.c@northeastern.edu::b004c021-eb49-4019-b007-3601bf84ba65" providerId="AD" clId="Web-{B1B72083-6956-2BD4-5155-B24E2B0FF4EA}" dt="2026-10-28T20:52:05.119" v="143"/>
        <pc:sldMkLst>
          <pc:docMk/>
          <pc:sldMk cId="2886233775" sldId="270"/>
        </pc:sldMkLst>
        <pc:picChg chg="del">
          <ac:chgData name="Colin Moller" userId="S::moller.c@northeastern.edu::b004c021-eb49-4019-b007-3601bf84ba65" providerId="AD" clId="Web-{B1B72083-6956-2BD4-5155-B24E2B0FF4EA}" dt="2026-10-28T20:40:06.679" v="72"/>
          <ac:picMkLst>
            <pc:docMk/>
            <pc:sldMk cId="2886233775" sldId="270"/>
            <ac:picMk id="3" creationId="{326F7A80-5523-BA71-E79F-F2AD2074FE84}"/>
          </ac:picMkLst>
        </pc:picChg>
        <pc:picChg chg="add mod">
          <ac:chgData name="Colin Moller" userId="S::moller.c@northeastern.edu::b004c021-eb49-4019-b007-3601bf84ba65" providerId="AD" clId="Web-{B1B72083-6956-2BD4-5155-B24E2B0FF4EA}" dt="2026-10-28T20:40:20.210" v="74" actId="1076"/>
          <ac:picMkLst>
            <pc:docMk/>
            <pc:sldMk cId="2886233775" sldId="270"/>
            <ac:picMk id="4" creationId="{8A4F7BE1-D80A-2816-71E2-A90FEE4BBE14}"/>
          </ac:picMkLst>
        </pc:picChg>
      </pc:sldChg>
      <pc:sldChg chg="addSp delSp modSp">
        <pc:chgData name="Colin Moller" userId="S::moller.c@northeastern.edu::b004c021-eb49-4019-b007-3601bf84ba65" providerId="AD" clId="Web-{B1B72083-6956-2BD4-5155-B24E2B0FF4EA}" dt="2026-10-28T20:56:07.979" v="176" actId="20577"/>
        <pc:sldMkLst>
          <pc:docMk/>
          <pc:sldMk cId="789098138" sldId="272"/>
        </pc:sldMkLst>
        <pc:spChg chg="mod">
          <ac:chgData name="Colin Moller" userId="S::moller.c@northeastern.edu::b004c021-eb49-4019-b007-3601bf84ba65" providerId="AD" clId="Web-{B1B72083-6956-2BD4-5155-B24E2B0FF4EA}" dt="2026-10-28T20:55:49.464" v="157" actId="1076"/>
          <ac:spMkLst>
            <pc:docMk/>
            <pc:sldMk cId="789098138" sldId="272"/>
            <ac:spMk id="2" creationId="{365E0C31-49FB-48F9-44E8-4FC2039A4705}"/>
          </ac:spMkLst>
        </pc:spChg>
        <pc:spChg chg="add del mod">
          <ac:chgData name="Colin Moller" userId="S::moller.c@northeastern.edu::b004c021-eb49-4019-b007-3601bf84ba65" providerId="AD" clId="Web-{B1B72083-6956-2BD4-5155-B24E2B0FF4EA}" dt="2026-10-28T20:09:04.920" v="6"/>
          <ac:spMkLst>
            <pc:docMk/>
            <pc:sldMk cId="789098138" sldId="272"/>
            <ac:spMk id="5" creationId="{96EEAB3B-757B-3C97-687E-AE8060847FB1}"/>
          </ac:spMkLst>
        </pc:spChg>
        <pc:spChg chg="add mod">
          <ac:chgData name="Colin Moller" userId="S::moller.c@northeastern.edu::b004c021-eb49-4019-b007-3601bf84ba65" providerId="AD" clId="Web-{B1B72083-6956-2BD4-5155-B24E2B0FF4EA}" dt="2026-10-28T20:56:07.979" v="176" actId="20577"/>
          <ac:spMkLst>
            <pc:docMk/>
            <pc:sldMk cId="789098138" sldId="272"/>
            <ac:spMk id="11" creationId="{C43F4539-7134-3636-DF10-8992EEC5501E}"/>
          </ac:spMkLst>
        </pc:spChg>
        <pc:graphicFrameChg chg="add del mod modGraphic">
          <ac:chgData name="Colin Moller" userId="S::moller.c@northeastern.edu::b004c021-eb49-4019-b007-3601bf84ba65" providerId="AD" clId="Web-{B1B72083-6956-2BD4-5155-B24E2B0FF4EA}" dt="2026-10-28T20:09:04.920" v="7"/>
          <ac:graphicFrameMkLst>
            <pc:docMk/>
            <pc:sldMk cId="789098138" sldId="272"/>
            <ac:graphicFrameMk id="4" creationId="{94288F0C-7ED9-7C30-FDCE-F06D4C5ECBB2}"/>
          </ac:graphicFrameMkLst>
        </pc:graphicFrameChg>
        <pc:picChg chg="add del mod">
          <ac:chgData name="Colin Moller" userId="S::moller.c@northeastern.edu::b004c021-eb49-4019-b007-3601bf84ba65" providerId="AD" clId="Web-{B1B72083-6956-2BD4-5155-B24E2B0FF4EA}" dt="2026-10-28T20:45:54.008" v="77"/>
          <ac:picMkLst>
            <pc:docMk/>
            <pc:sldMk cId="789098138" sldId="272"/>
            <ac:picMk id="6" creationId="{32044841-409E-8BF2-3EB7-63BBA2253E8D}"/>
          </ac:picMkLst>
        </pc:picChg>
        <pc:picChg chg="add del mod">
          <ac:chgData name="Colin Moller" userId="S::moller.c@northeastern.edu::b004c021-eb49-4019-b007-3601bf84ba65" providerId="AD" clId="Web-{B1B72083-6956-2BD4-5155-B24E2B0FF4EA}" dt="2026-10-28T20:13:11.297" v="22"/>
          <ac:picMkLst>
            <pc:docMk/>
            <pc:sldMk cId="789098138" sldId="272"/>
            <ac:picMk id="7" creationId="{AA7694F4-11DE-BB44-D089-10A26B7613DC}"/>
          </ac:picMkLst>
        </pc:picChg>
        <pc:picChg chg="add del mod">
          <ac:chgData name="Colin Moller" userId="S::moller.c@northeastern.edu::b004c021-eb49-4019-b007-3601bf84ba65" providerId="AD" clId="Web-{B1B72083-6956-2BD4-5155-B24E2B0FF4EA}" dt="2026-10-28T20:14:46.595" v="26"/>
          <ac:picMkLst>
            <pc:docMk/>
            <pc:sldMk cId="789098138" sldId="272"/>
            <ac:picMk id="8" creationId="{A31BCF5A-6DFC-1E23-EA4B-DE7C154240B0}"/>
          </ac:picMkLst>
        </pc:picChg>
        <pc:picChg chg="add del mod">
          <ac:chgData name="Colin Moller" userId="S::moller.c@northeastern.edu::b004c021-eb49-4019-b007-3601bf84ba65" providerId="AD" clId="Web-{B1B72083-6956-2BD4-5155-B24E2B0FF4EA}" dt="2026-10-28T20:45:52.743" v="76"/>
          <ac:picMkLst>
            <pc:docMk/>
            <pc:sldMk cId="789098138" sldId="272"/>
            <ac:picMk id="9" creationId="{1BC43E9C-DE28-70EB-AADA-2ACCAF036955}"/>
          </ac:picMkLst>
        </pc:picChg>
        <pc:picChg chg="add mod">
          <ac:chgData name="Colin Moller" userId="S::moller.c@northeastern.edu::b004c021-eb49-4019-b007-3601bf84ba65" providerId="AD" clId="Web-{B1B72083-6956-2BD4-5155-B24E2B0FF4EA}" dt="2026-10-28T20:55:55.183" v="158" actId="14100"/>
          <ac:picMkLst>
            <pc:docMk/>
            <pc:sldMk cId="789098138" sldId="272"/>
            <ac:picMk id="12" creationId="{6D9E41E6-D210-9CD6-C777-2CC25FBE824C}"/>
          </ac:picMkLst>
        </pc:picChg>
        <pc:picChg chg="add mod">
          <ac:chgData name="Colin Moller" userId="S::moller.c@northeastern.edu::b004c021-eb49-4019-b007-3601bf84ba65" providerId="AD" clId="Web-{B1B72083-6956-2BD4-5155-B24E2B0FF4EA}" dt="2026-10-28T20:55:44.886" v="156" actId="1076"/>
          <ac:picMkLst>
            <pc:docMk/>
            <pc:sldMk cId="789098138" sldId="272"/>
            <ac:picMk id="13" creationId="{FEE3050D-52BF-6FE4-FFC4-4DA51420A7E1}"/>
          </ac:picMkLst>
        </pc:picChg>
      </pc:sldChg>
      <pc:sldChg chg="addSp delSp modSp add replId">
        <pc:chgData name="Colin Moller" userId="S::moller.c@northeastern.edu::b004c021-eb49-4019-b007-3601bf84ba65" providerId="AD" clId="Web-{B1B72083-6956-2BD4-5155-B24E2B0FF4EA}" dt="2026-10-28T20:52:12.447" v="144" actId="1076"/>
        <pc:sldMkLst>
          <pc:docMk/>
          <pc:sldMk cId="3319893443" sldId="274"/>
        </pc:sldMkLst>
        <pc:spChg chg="mod">
          <ac:chgData name="Colin Moller" userId="S::moller.c@northeastern.edu::b004c021-eb49-4019-b007-3601bf84ba65" providerId="AD" clId="Web-{B1B72083-6956-2BD4-5155-B24E2B0FF4EA}" dt="2026-10-28T20:48:51.728" v="106" actId="20577"/>
          <ac:spMkLst>
            <pc:docMk/>
            <pc:sldMk cId="3319893443" sldId="274"/>
            <ac:spMk id="2" creationId="{54911E6E-2215-71A6-1AF4-262F0740E3F6}"/>
          </ac:spMkLst>
        </pc:spChg>
        <pc:spChg chg="add mod">
          <ac:chgData name="Colin Moller" userId="S::moller.c@northeastern.edu::b004c021-eb49-4019-b007-3601bf84ba65" providerId="AD" clId="Web-{B1B72083-6956-2BD4-5155-B24E2B0FF4EA}" dt="2026-10-28T20:50:58.900" v="137" actId="20577"/>
          <ac:spMkLst>
            <pc:docMk/>
            <pc:sldMk cId="3319893443" sldId="274"/>
            <ac:spMk id="3" creationId="{46A260EE-347C-567D-0213-5B48DD722ACB}"/>
          </ac:spMkLst>
        </pc:spChg>
        <pc:picChg chg="add del mod">
          <ac:chgData name="Colin Moller" userId="S::moller.c@northeastern.edu::b004c021-eb49-4019-b007-3601bf84ba65" providerId="AD" clId="Web-{B1B72083-6956-2BD4-5155-B24E2B0FF4EA}" dt="2026-10-28T20:51:50.494" v="141"/>
          <ac:picMkLst>
            <pc:docMk/>
            <pc:sldMk cId="3319893443" sldId="274"/>
            <ac:picMk id="4" creationId="{A6A22CD0-A548-B62C-898D-761543A3B26A}"/>
          </ac:picMkLst>
        </pc:picChg>
        <pc:picChg chg="del">
          <ac:chgData name="Colin Moller" userId="S::moller.c@northeastern.edu::b004c021-eb49-4019-b007-3601bf84ba65" providerId="AD" clId="Web-{B1B72083-6956-2BD4-5155-B24E2B0FF4EA}" dt="2026-10-28T20:48:29.165" v="94"/>
          <ac:picMkLst>
            <pc:docMk/>
            <pc:sldMk cId="3319893443" sldId="274"/>
            <ac:picMk id="5" creationId="{C37A6B2A-488A-C2DC-9295-0A93EF8F8939}"/>
          </ac:picMkLst>
        </pc:picChg>
        <pc:picChg chg="add mod">
          <ac:chgData name="Colin Moller" userId="S::moller.c@northeastern.edu::b004c021-eb49-4019-b007-3601bf84ba65" providerId="AD" clId="Web-{B1B72083-6956-2BD4-5155-B24E2B0FF4EA}" dt="2026-10-28T20:52:12.447" v="144" actId="1076"/>
          <ac:picMkLst>
            <pc:docMk/>
            <pc:sldMk cId="3319893443" sldId="274"/>
            <ac:picMk id="6" creationId="{53272590-3762-BE27-B07E-0DB36F367832}"/>
          </ac:picMkLst>
        </pc:picChg>
      </pc:sldChg>
      <pc:sldChg chg="addSp delSp modSp add replId">
        <pc:chgData name="Colin Moller" userId="S::moller.c@northeastern.edu::b004c021-eb49-4019-b007-3601bf84ba65" providerId="AD" clId="Web-{B1B72083-6956-2BD4-5155-B24E2B0FF4EA}" dt="2026-10-28T20:53:48.323" v="153" actId="1076"/>
        <pc:sldMkLst>
          <pc:docMk/>
          <pc:sldMk cId="3178755866" sldId="275"/>
        </pc:sldMkLst>
        <pc:spChg chg="del mod">
          <ac:chgData name="Colin Moller" userId="S::moller.c@northeastern.edu::b004c021-eb49-4019-b007-3601bf84ba65" providerId="AD" clId="Web-{B1B72083-6956-2BD4-5155-B24E2B0FF4EA}" dt="2026-10-28T20:52:35.119" v="148"/>
          <ac:spMkLst>
            <pc:docMk/>
            <pc:sldMk cId="3178755866" sldId="275"/>
            <ac:spMk id="3" creationId="{40F7CAD1-4E6A-6172-B275-A69B85D80BE2}"/>
          </ac:spMkLst>
        </pc:spChg>
        <pc:picChg chg="add mod">
          <ac:chgData name="Colin Moller" userId="S::moller.c@northeastern.edu::b004c021-eb49-4019-b007-3601bf84ba65" providerId="AD" clId="Web-{B1B72083-6956-2BD4-5155-B24E2B0FF4EA}" dt="2026-10-28T20:53:48.323" v="153" actId="1076"/>
          <ac:picMkLst>
            <pc:docMk/>
            <pc:sldMk cId="3178755866" sldId="275"/>
            <ac:picMk id="4" creationId="{06319FDF-7144-3E2C-9022-9BDE2F33B440}"/>
          </ac:picMkLst>
        </pc:picChg>
        <pc:picChg chg="del">
          <ac:chgData name="Colin Moller" userId="S::moller.c@northeastern.edu::b004c021-eb49-4019-b007-3601bf84ba65" providerId="AD" clId="Web-{B1B72083-6956-2BD4-5155-B24E2B0FF4EA}" dt="2026-10-28T20:52:31.963" v="146"/>
          <ac:picMkLst>
            <pc:docMk/>
            <pc:sldMk cId="3178755866" sldId="275"/>
            <ac:picMk id="6" creationId="{5EAD98D6-CB38-1C5B-D79C-7A955DB68BD5}"/>
          </ac:picMkLst>
        </pc:picChg>
      </pc:sldChg>
      <pc:sldChg chg="new del">
        <pc:chgData name="Colin Moller" userId="S::moller.c@northeastern.edu::b004c021-eb49-4019-b007-3601bf84ba65" providerId="AD" clId="Web-{B1B72083-6956-2BD4-5155-B24E2B0FF4EA}" dt="2026-10-28T21:20:27.814" v="179"/>
        <pc:sldMkLst>
          <pc:docMk/>
          <pc:sldMk cId="897758344" sldId="276"/>
        </pc:sldMkLst>
      </pc:sldChg>
      <pc:sldMasterChg chg="addSldLayout">
        <pc:chgData name="Colin Moller" userId="S::moller.c@northeastern.edu::b004c021-eb49-4019-b007-3601bf84ba65" providerId="AD" clId="Web-{B1B72083-6956-2BD4-5155-B24E2B0FF4EA}" dt="2026-10-28T21:20:26.032" v="178"/>
        <pc:sldMasterMkLst>
          <pc:docMk/>
          <pc:sldMasterMk cId="1016477486" sldId="2147483648"/>
        </pc:sldMasterMkLst>
        <pc:sldLayoutChg chg="add">
          <pc:chgData name="Colin Moller" userId="S::moller.c@northeastern.edu::b004c021-eb49-4019-b007-3601bf84ba65" providerId="AD" clId="Web-{B1B72083-6956-2BD4-5155-B24E2B0FF4EA}" dt="2026-10-28T21:20:26.032" v="178"/>
          <pc:sldLayoutMkLst>
            <pc:docMk/>
            <pc:sldMasterMk cId="1016477486" sldId="2147483648"/>
            <pc:sldLayoutMk cId="1519078401" sldId="2147483660"/>
          </pc:sldLayoutMkLst>
        </pc:sldLayoutChg>
      </pc:sldMasterChg>
    </pc:docChg>
  </pc:docChgLst>
  <pc:docChgLst>
    <pc:chgData name="Anson Chan" userId="0b1b0375-e45f-4fd8-9179-8940d5d11dc2" providerId="ADAL" clId="{950157BA-21C4-4212-A08D-572DD8524179}"/>
    <pc:docChg chg="undo custSel addSld delSld modSld sldOrd">
      <pc:chgData name="Anson Chan" userId="0b1b0375-e45f-4fd8-9179-8940d5d11dc2" providerId="ADAL" clId="{950157BA-21C4-4212-A08D-572DD8524179}" dt="2026-10-23T14:14:58.681" v="1710" actId="1036"/>
      <pc:docMkLst>
        <pc:docMk/>
      </pc:docMkLst>
      <pc:sldChg chg="modSp new mod">
        <pc:chgData name="Anson Chan" userId="0b1b0375-e45f-4fd8-9179-8940d5d11dc2" providerId="ADAL" clId="{950157BA-21C4-4212-A08D-572DD8524179}" dt="2026-10-22T14:51:56.100" v="160" actId="20577"/>
        <pc:sldMkLst>
          <pc:docMk/>
          <pc:sldMk cId="465533951" sldId="257"/>
        </pc:sldMkLst>
        <pc:spChg chg="mod">
          <ac:chgData name="Anson Chan" userId="0b1b0375-e45f-4fd8-9179-8940d5d11dc2" providerId="ADAL" clId="{950157BA-21C4-4212-A08D-572DD8524179}" dt="2026-10-22T14:51:56.100" v="160" actId="20577"/>
          <ac:spMkLst>
            <pc:docMk/>
            <pc:sldMk cId="465533951" sldId="257"/>
            <ac:spMk id="2" creationId="{AA21F7A3-E522-A293-E117-1F7DA9506333}"/>
          </ac:spMkLst>
        </pc:spChg>
        <pc:spChg chg="mod">
          <ac:chgData name="Anson Chan" userId="0b1b0375-e45f-4fd8-9179-8940d5d11dc2" providerId="ADAL" clId="{950157BA-21C4-4212-A08D-572DD8524179}" dt="2026-10-22T14:50:02.981" v="125" actId="20577"/>
          <ac:spMkLst>
            <pc:docMk/>
            <pc:sldMk cId="465533951" sldId="257"/>
            <ac:spMk id="3" creationId="{58057EB3-FF2E-2EA5-7D97-5AAFDA8B3D62}"/>
          </ac:spMkLst>
        </pc:spChg>
      </pc:sldChg>
      <pc:sldChg chg="addSp delSp modSp new mod setBg">
        <pc:chgData name="Anson Chan" userId="0b1b0375-e45f-4fd8-9179-8940d5d11dc2" providerId="ADAL" clId="{950157BA-21C4-4212-A08D-572DD8524179}" dt="2026-10-23T09:37:35.195" v="1241"/>
        <pc:sldMkLst>
          <pc:docMk/>
          <pc:sldMk cId="2230882300" sldId="258"/>
        </pc:sldMkLst>
        <pc:spChg chg="mod">
          <ac:chgData name="Anson Chan" userId="0b1b0375-e45f-4fd8-9179-8940d5d11dc2" providerId="ADAL" clId="{950157BA-21C4-4212-A08D-572DD8524179}" dt="2026-10-23T07:33:13.077" v="548" actId="20577"/>
          <ac:spMkLst>
            <pc:docMk/>
            <pc:sldMk cId="2230882300" sldId="258"/>
            <ac:spMk id="2" creationId="{BAB9E0C3-BE68-7B7B-EFB2-B58E396459E9}"/>
          </ac:spMkLst>
        </pc:spChg>
        <pc:spChg chg="add mod">
          <ac:chgData name="Anson Chan" userId="0b1b0375-e45f-4fd8-9179-8940d5d11dc2" providerId="ADAL" clId="{950157BA-21C4-4212-A08D-572DD8524179}" dt="2026-10-23T07:23:05.995" v="326" actId="1076"/>
          <ac:spMkLst>
            <pc:docMk/>
            <pc:sldMk cId="2230882300" sldId="258"/>
            <ac:spMk id="4" creationId="{67062D60-F8E3-AF53-6833-19718729DC6F}"/>
          </ac:spMkLst>
        </pc:spChg>
        <pc:spChg chg="add mod">
          <ac:chgData name="Anson Chan" userId="0b1b0375-e45f-4fd8-9179-8940d5d11dc2" providerId="ADAL" clId="{950157BA-21C4-4212-A08D-572DD8524179}" dt="2026-10-23T07:23:08" v="327" actId="1076"/>
          <ac:spMkLst>
            <pc:docMk/>
            <pc:sldMk cId="2230882300" sldId="258"/>
            <ac:spMk id="6" creationId="{579EE185-0254-EF32-C61F-56FE6085CD0C}"/>
          </ac:spMkLst>
        </pc:spChg>
        <pc:spChg chg="add">
          <ac:chgData name="Anson Chan" userId="0b1b0375-e45f-4fd8-9179-8940d5d11dc2" providerId="ADAL" clId="{950157BA-21C4-4212-A08D-572DD8524179}" dt="2026-10-23T07:21:27.927" v="180" actId="26606"/>
          <ac:spMkLst>
            <pc:docMk/>
            <pc:sldMk cId="2230882300" sldId="258"/>
            <ac:spMk id="8" creationId="{1B15ED52-F352-441B-82BF-E0EA34836D08}"/>
          </ac:spMkLst>
        </pc:spChg>
        <pc:spChg chg="add mod">
          <ac:chgData name="Anson Chan" userId="0b1b0375-e45f-4fd8-9179-8940d5d11dc2" providerId="ADAL" clId="{950157BA-21C4-4212-A08D-572DD8524179}" dt="2026-10-23T07:23:26.960" v="332" actId="1076"/>
          <ac:spMkLst>
            <pc:docMk/>
            <pc:sldMk cId="2230882300" sldId="258"/>
            <ac:spMk id="9" creationId="{C03E7C87-68CB-6EFE-E919-A04E34FFB28B}"/>
          </ac:spMkLst>
        </pc:spChg>
        <pc:spChg chg="add">
          <ac:chgData name="Anson Chan" userId="0b1b0375-e45f-4fd8-9179-8940d5d11dc2" providerId="ADAL" clId="{950157BA-21C4-4212-A08D-572DD8524179}" dt="2026-10-23T07:21:27.927" v="180" actId="26606"/>
          <ac:spMkLst>
            <pc:docMk/>
            <pc:sldMk cId="2230882300" sldId="258"/>
            <ac:spMk id="10" creationId="{3B2E3793-BFE6-45A2-9B7B-E18844431C99}"/>
          </ac:spMkLst>
        </pc:spChg>
        <pc:spChg chg="add">
          <ac:chgData name="Anson Chan" userId="0b1b0375-e45f-4fd8-9179-8940d5d11dc2" providerId="ADAL" clId="{950157BA-21C4-4212-A08D-572DD8524179}" dt="2026-10-23T07:21:27.927" v="180" actId="26606"/>
          <ac:spMkLst>
            <pc:docMk/>
            <pc:sldMk cId="2230882300" sldId="258"/>
            <ac:spMk id="12" creationId="{BC4C4868-CB8F-4AF9-9CDB-8108F2C19B67}"/>
          </ac:spMkLst>
        </pc:spChg>
        <pc:spChg chg="add mod">
          <ac:chgData name="Anson Chan" userId="0b1b0375-e45f-4fd8-9179-8940d5d11dc2" providerId="ADAL" clId="{950157BA-21C4-4212-A08D-572DD8524179}" dt="2026-10-23T07:23:29.610" v="333" actId="1076"/>
          <ac:spMkLst>
            <pc:docMk/>
            <pc:sldMk cId="2230882300" sldId="258"/>
            <ac:spMk id="13" creationId="{F169FAD9-F103-C57C-9ECF-A6B5D303E261}"/>
          </ac:spMkLst>
        </pc:spChg>
        <pc:spChg chg="add">
          <ac:chgData name="Anson Chan" userId="0b1b0375-e45f-4fd8-9179-8940d5d11dc2" providerId="ADAL" clId="{950157BA-21C4-4212-A08D-572DD8524179}" dt="2026-10-23T07:21:27.927" v="180" actId="26606"/>
          <ac:spMkLst>
            <pc:docMk/>
            <pc:sldMk cId="2230882300" sldId="258"/>
            <ac:spMk id="14" creationId="{375E0459-6403-40CD-989D-56A4407CA12E}"/>
          </ac:spMkLst>
        </pc:spChg>
        <pc:spChg chg="add">
          <ac:chgData name="Anson Chan" userId="0b1b0375-e45f-4fd8-9179-8940d5d11dc2" providerId="ADAL" clId="{950157BA-21C4-4212-A08D-572DD8524179}" dt="2026-10-23T07:21:27.927" v="180" actId="26606"/>
          <ac:spMkLst>
            <pc:docMk/>
            <pc:sldMk cId="2230882300" sldId="258"/>
            <ac:spMk id="16" creationId="{53E5B1A8-3AC9-4BD1-9BBC-78CA94F2D1BA}"/>
          </ac:spMkLst>
        </pc:spChg>
        <pc:spChg chg="add mod">
          <ac:chgData name="Anson Chan" userId="0b1b0375-e45f-4fd8-9179-8940d5d11dc2" providerId="ADAL" clId="{950157BA-21C4-4212-A08D-572DD8524179}" dt="2026-10-23T07:31:41.378" v="528" actId="20577"/>
          <ac:spMkLst>
            <pc:docMk/>
            <pc:sldMk cId="2230882300" sldId="258"/>
            <ac:spMk id="17" creationId="{5AFD7E63-0774-4C69-31F7-727973247754}"/>
          </ac:spMkLst>
        </pc:spChg>
        <pc:spChg chg="add mod">
          <ac:chgData name="Anson Chan" userId="0b1b0375-e45f-4fd8-9179-8940d5d11dc2" providerId="ADAL" clId="{950157BA-21C4-4212-A08D-572DD8524179}" dt="2026-10-23T07:24:58.923" v="417" actId="1076"/>
          <ac:spMkLst>
            <pc:docMk/>
            <pc:sldMk cId="2230882300" sldId="258"/>
            <ac:spMk id="19" creationId="{EB6F47E9-30BC-D360-6DB9-57C0EDF1D628}"/>
          </ac:spMkLst>
        </pc:spChg>
        <pc:spChg chg="add mod">
          <ac:chgData name="Anson Chan" userId="0b1b0375-e45f-4fd8-9179-8940d5d11dc2" providerId="ADAL" clId="{950157BA-21C4-4212-A08D-572DD8524179}" dt="2026-10-23T07:24:13.949" v="374" actId="1076"/>
          <ac:spMkLst>
            <pc:docMk/>
            <pc:sldMk cId="2230882300" sldId="258"/>
            <ac:spMk id="30" creationId="{2FE862DD-D1FE-CB72-5617-E11746A5522E}"/>
          </ac:spMkLst>
        </pc:spChg>
        <pc:spChg chg="add mod">
          <ac:chgData name="Anson Chan" userId="0b1b0375-e45f-4fd8-9179-8940d5d11dc2" providerId="ADAL" clId="{950157BA-21C4-4212-A08D-572DD8524179}" dt="2026-10-23T07:24:35.839" v="396" actId="1076"/>
          <ac:spMkLst>
            <pc:docMk/>
            <pc:sldMk cId="2230882300" sldId="258"/>
            <ac:spMk id="32" creationId="{E3C2DF82-7D0E-8FFF-1B60-8BFD00D5EE6E}"/>
          </ac:spMkLst>
        </pc:spChg>
        <pc:spChg chg="add mod">
          <ac:chgData name="Anson Chan" userId="0b1b0375-e45f-4fd8-9179-8940d5d11dc2" providerId="ADAL" clId="{950157BA-21C4-4212-A08D-572DD8524179}" dt="2026-10-23T07:31:01.420" v="496" actId="1076"/>
          <ac:spMkLst>
            <pc:docMk/>
            <pc:sldMk cId="2230882300" sldId="258"/>
            <ac:spMk id="34" creationId="{1B01368E-6B24-7773-4580-A6BBBA326C24}"/>
          </ac:spMkLst>
        </pc:spChg>
        <pc:spChg chg="add mod">
          <ac:chgData name="Anson Chan" userId="0b1b0375-e45f-4fd8-9179-8940d5d11dc2" providerId="ADAL" clId="{950157BA-21C4-4212-A08D-572DD8524179}" dt="2026-10-23T07:30:37.941" v="487" actId="20577"/>
          <ac:spMkLst>
            <pc:docMk/>
            <pc:sldMk cId="2230882300" sldId="258"/>
            <ac:spMk id="46" creationId="{B813BC1E-BE09-BE8A-A179-9A130BF7946C}"/>
          </ac:spMkLst>
        </pc:spChg>
        <pc:spChg chg="add mod">
          <ac:chgData name="Anson Chan" userId="0b1b0375-e45f-4fd8-9179-8940d5d11dc2" providerId="ADAL" clId="{950157BA-21C4-4212-A08D-572DD8524179}" dt="2026-10-23T07:31:51.195" v="529" actId="688"/>
          <ac:spMkLst>
            <pc:docMk/>
            <pc:sldMk cId="2230882300" sldId="258"/>
            <ac:spMk id="57" creationId="{01DC6975-B081-B753-5DCB-B524865BE668}"/>
          </ac:spMkLst>
        </pc:spChg>
        <pc:spChg chg="add mod">
          <ac:chgData name="Anson Chan" userId="0b1b0375-e45f-4fd8-9179-8940d5d11dc2" providerId="ADAL" clId="{950157BA-21C4-4212-A08D-572DD8524179}" dt="2026-10-23T07:31:26.471" v="504" actId="1076"/>
          <ac:spMkLst>
            <pc:docMk/>
            <pc:sldMk cId="2230882300" sldId="258"/>
            <ac:spMk id="59" creationId="{F2E5FE21-C4C5-2CA2-E342-E3ED3FC1FE29}"/>
          </ac:spMkLst>
        </pc:spChg>
        <pc:spChg chg="add mod">
          <ac:chgData name="Anson Chan" userId="0b1b0375-e45f-4fd8-9179-8940d5d11dc2" providerId="ADAL" clId="{950157BA-21C4-4212-A08D-572DD8524179}" dt="2026-10-23T09:37:35.195" v="1241"/>
          <ac:spMkLst>
            <pc:docMk/>
            <pc:sldMk cId="2230882300" sldId="258"/>
            <ac:spMk id="60" creationId="{9323BF57-9169-C8C5-BA0E-82BBD75193FC}"/>
          </ac:spMkLst>
        </pc:spChg>
        <pc:cxnChg chg="add">
          <ac:chgData name="Anson Chan" userId="0b1b0375-e45f-4fd8-9179-8940d5d11dc2" providerId="ADAL" clId="{950157BA-21C4-4212-A08D-572DD8524179}" dt="2026-10-23T07:23:12.048" v="328" actId="11529"/>
          <ac:cxnSpMkLst>
            <pc:docMk/>
            <pc:sldMk cId="2230882300" sldId="258"/>
            <ac:cxnSpMk id="21" creationId="{82F30979-1703-A9AD-0BEF-25BDD4439674}"/>
          </ac:cxnSpMkLst>
        </pc:cxnChg>
        <pc:cxnChg chg="add mod">
          <ac:chgData name="Anson Chan" userId="0b1b0375-e45f-4fd8-9179-8940d5d11dc2" providerId="ADAL" clId="{950157BA-21C4-4212-A08D-572DD8524179}" dt="2026-10-23T07:23:26.960" v="332" actId="1076"/>
          <ac:cxnSpMkLst>
            <pc:docMk/>
            <pc:sldMk cId="2230882300" sldId="258"/>
            <ac:cxnSpMk id="22" creationId="{CE7C268E-B136-FC20-AD35-9146CF4D1FAA}"/>
          </ac:cxnSpMkLst>
        </pc:cxnChg>
        <pc:cxnChg chg="add mod">
          <ac:chgData name="Anson Chan" userId="0b1b0375-e45f-4fd8-9179-8940d5d11dc2" providerId="ADAL" clId="{950157BA-21C4-4212-A08D-572DD8524179}" dt="2026-10-23T07:23:35.363" v="336" actId="14100"/>
          <ac:cxnSpMkLst>
            <pc:docMk/>
            <pc:sldMk cId="2230882300" sldId="258"/>
            <ac:cxnSpMk id="26" creationId="{CFCA93D1-5D59-D1F3-2B0F-1D412E0CD61E}"/>
          </ac:cxnSpMkLst>
        </pc:cxnChg>
        <pc:cxnChg chg="add mod">
          <ac:chgData name="Anson Chan" userId="0b1b0375-e45f-4fd8-9179-8940d5d11dc2" providerId="ADAL" clId="{950157BA-21C4-4212-A08D-572DD8524179}" dt="2026-10-23T07:25:05.680" v="422" actId="14100"/>
          <ac:cxnSpMkLst>
            <pc:docMk/>
            <pc:sldMk cId="2230882300" sldId="258"/>
            <ac:cxnSpMk id="37" creationId="{ACDB6446-1E1D-D557-E5B4-D54FD0635B00}"/>
          </ac:cxnSpMkLst>
        </pc:cxnChg>
        <pc:cxnChg chg="add mod">
          <ac:chgData name="Anson Chan" userId="0b1b0375-e45f-4fd8-9179-8940d5d11dc2" providerId="ADAL" clId="{950157BA-21C4-4212-A08D-572DD8524179}" dt="2026-10-23T07:30:31.228" v="453" actId="14100"/>
          <ac:cxnSpMkLst>
            <pc:docMk/>
            <pc:sldMk cId="2230882300" sldId="258"/>
            <ac:cxnSpMk id="40" creationId="{10F1CE38-B536-F4B5-BB6F-87950C85CDBC}"/>
          </ac:cxnSpMkLst>
        </pc:cxnChg>
        <pc:cxnChg chg="add mod">
          <ac:chgData name="Anson Chan" userId="0b1b0375-e45f-4fd8-9179-8940d5d11dc2" providerId="ADAL" clId="{950157BA-21C4-4212-A08D-572DD8524179}" dt="2026-10-23T07:30:50.402" v="491" actId="14100"/>
          <ac:cxnSpMkLst>
            <pc:docMk/>
            <pc:sldMk cId="2230882300" sldId="258"/>
            <ac:cxnSpMk id="49" creationId="{4531908B-DECC-F07B-D93F-A3E713383B27}"/>
          </ac:cxnSpMkLst>
        </pc:cxnChg>
        <pc:cxnChg chg="add mod">
          <ac:chgData name="Anson Chan" userId="0b1b0375-e45f-4fd8-9179-8940d5d11dc2" providerId="ADAL" clId="{950157BA-21C4-4212-A08D-572DD8524179}" dt="2026-10-23T07:30:58.592" v="495" actId="1076"/>
          <ac:cxnSpMkLst>
            <pc:docMk/>
            <pc:sldMk cId="2230882300" sldId="258"/>
            <ac:cxnSpMk id="52" creationId="{61DA9D5D-8B45-81D1-70B5-23ED9D4A87B5}"/>
          </ac:cxnSpMkLst>
        </pc:cxnChg>
      </pc:sldChg>
      <pc:sldChg chg="addSp modSp new mod ord setBg">
        <pc:chgData name="Anson Chan" userId="0b1b0375-e45f-4fd8-9179-8940d5d11dc2" providerId="ADAL" clId="{950157BA-21C4-4212-A08D-572DD8524179}" dt="2026-10-23T09:39:07.172" v="1466" actId="20577"/>
        <pc:sldMkLst>
          <pc:docMk/>
          <pc:sldMk cId="3257670654" sldId="259"/>
        </pc:sldMkLst>
        <pc:spChg chg="mod">
          <ac:chgData name="Anson Chan" userId="0b1b0375-e45f-4fd8-9179-8940d5d11dc2" providerId="ADAL" clId="{950157BA-21C4-4212-A08D-572DD8524179}" dt="2026-10-23T09:37:58.579" v="1288" actId="20577"/>
          <ac:spMkLst>
            <pc:docMk/>
            <pc:sldMk cId="3257670654" sldId="259"/>
            <ac:spMk id="2" creationId="{F0900D23-EEAA-E8A2-168B-8BC2F5934DE1}"/>
          </ac:spMkLst>
        </pc:spChg>
        <pc:spChg chg="mod">
          <ac:chgData name="Anson Chan" userId="0b1b0375-e45f-4fd8-9179-8940d5d11dc2" providerId="ADAL" clId="{950157BA-21C4-4212-A08D-572DD8524179}" dt="2026-10-23T09:39:07.172" v="1466" actId="20577"/>
          <ac:spMkLst>
            <pc:docMk/>
            <pc:sldMk cId="3257670654" sldId="259"/>
            <ac:spMk id="3" creationId="{E25C23D8-7FE1-6CA4-B6C4-FA68879CB14F}"/>
          </ac:spMkLst>
        </pc:spChg>
        <pc:spChg chg="add">
          <ac:chgData name="Anson Chan" userId="0b1b0375-e45f-4fd8-9179-8940d5d11dc2" providerId="ADAL" clId="{950157BA-21C4-4212-A08D-572DD8524179}" dt="2026-10-23T08:17:11.149" v="692" actId="26606"/>
          <ac:spMkLst>
            <pc:docMk/>
            <pc:sldMk cId="3257670654" sldId="259"/>
            <ac:spMk id="8" creationId="{09588DA8-065E-4F6F-8EFD-43104AB2E0CF}"/>
          </ac:spMkLst>
        </pc:spChg>
        <pc:spChg chg="add">
          <ac:chgData name="Anson Chan" userId="0b1b0375-e45f-4fd8-9179-8940d5d11dc2" providerId="ADAL" clId="{950157BA-21C4-4212-A08D-572DD8524179}" dt="2026-10-23T08:17:11.149" v="692" actId="26606"/>
          <ac:spMkLst>
            <pc:docMk/>
            <pc:sldMk cId="3257670654" sldId="259"/>
            <ac:spMk id="10" creationId="{C4285719-470E-454C-AF62-8323075F1F5B}"/>
          </ac:spMkLst>
        </pc:spChg>
        <pc:spChg chg="add">
          <ac:chgData name="Anson Chan" userId="0b1b0375-e45f-4fd8-9179-8940d5d11dc2" providerId="ADAL" clId="{950157BA-21C4-4212-A08D-572DD8524179}" dt="2026-10-23T08:17:11.149" v="692" actId="26606"/>
          <ac:spMkLst>
            <pc:docMk/>
            <pc:sldMk cId="3257670654" sldId="259"/>
            <ac:spMk id="12" creationId="{CD9FE4EF-C4D8-49A0-B2FF-81D8DB7D8A24}"/>
          </ac:spMkLst>
        </pc:spChg>
        <pc:spChg chg="add">
          <ac:chgData name="Anson Chan" userId="0b1b0375-e45f-4fd8-9179-8940d5d11dc2" providerId="ADAL" clId="{950157BA-21C4-4212-A08D-572DD8524179}" dt="2026-10-23T08:17:11.149" v="692" actId="26606"/>
          <ac:spMkLst>
            <pc:docMk/>
            <pc:sldMk cId="3257670654" sldId="259"/>
            <ac:spMk id="14" creationId="{4300840D-0A0B-4512-BACA-B439D5B9C57C}"/>
          </ac:spMkLst>
        </pc:spChg>
        <pc:spChg chg="add">
          <ac:chgData name="Anson Chan" userId="0b1b0375-e45f-4fd8-9179-8940d5d11dc2" providerId="ADAL" clId="{950157BA-21C4-4212-A08D-572DD8524179}" dt="2026-10-23T08:17:11.149" v="692" actId="26606"/>
          <ac:spMkLst>
            <pc:docMk/>
            <pc:sldMk cId="3257670654" sldId="259"/>
            <ac:spMk id="16" creationId="{D2B78728-A580-49A7-84F9-6EF6F583ADE0}"/>
          </ac:spMkLst>
        </pc:spChg>
        <pc:spChg chg="add">
          <ac:chgData name="Anson Chan" userId="0b1b0375-e45f-4fd8-9179-8940d5d11dc2" providerId="ADAL" clId="{950157BA-21C4-4212-A08D-572DD8524179}" dt="2026-10-23T08:17:11.149" v="692" actId="26606"/>
          <ac:spMkLst>
            <pc:docMk/>
            <pc:sldMk cId="3257670654" sldId="259"/>
            <ac:spMk id="18" creationId="{38FAA1A1-D861-433F-88FA-1E9D6FD31D11}"/>
          </ac:spMkLst>
        </pc:spChg>
        <pc:spChg chg="add">
          <ac:chgData name="Anson Chan" userId="0b1b0375-e45f-4fd8-9179-8940d5d11dc2" providerId="ADAL" clId="{950157BA-21C4-4212-A08D-572DD8524179}" dt="2026-10-23T08:17:11.149" v="692" actId="26606"/>
          <ac:spMkLst>
            <pc:docMk/>
            <pc:sldMk cId="3257670654" sldId="259"/>
            <ac:spMk id="20" creationId="{8D71EDA1-87BF-4D5D-AB79-F346FD19278A}"/>
          </ac:spMkLst>
        </pc:spChg>
      </pc:sldChg>
      <pc:sldChg chg="new">
        <pc:chgData name="Anson Chan" userId="0b1b0375-e45f-4fd8-9179-8940d5d11dc2" providerId="ADAL" clId="{950157BA-21C4-4212-A08D-572DD8524179}" dt="2026-10-23T08:17:14.869" v="693" actId="680"/>
        <pc:sldMkLst>
          <pc:docMk/>
          <pc:sldMk cId="2619257545" sldId="261"/>
        </pc:sldMkLst>
      </pc:sldChg>
    </pc:docChg>
  </pc:docChgLst>
  <pc:docChgLst>
    <pc:chgData name="Anson Chan" userId="S::chan.anso@northeastern.edu::b9819fdb-77df-40ae-b4b2-9b6087f1be7a" providerId="AD" clId="Web-{F32DE71D-04B8-D65A-FEFF-5569C5B89607}"/>
    <pc:docChg chg="addSld delSld modSld sldOrd">
      <pc:chgData name="Anson Chan" userId="S::chan.anso@northeastern.edu::b9819fdb-77df-40ae-b4b2-9b6087f1be7a" providerId="AD" clId="Web-{F32DE71D-04B8-D65A-FEFF-5569C5B89607}" dt="2026-10-25T09:45:15.257" v="187"/>
      <pc:docMkLst>
        <pc:docMk/>
      </pc:docMkLst>
      <pc:sldChg chg="mod modShow">
        <pc:chgData name="Anson Chan" userId="S::chan.anso@northeastern.edu::b9819fdb-77df-40ae-b4b2-9b6087f1be7a" providerId="AD" clId="Web-{F32DE71D-04B8-D65A-FEFF-5569C5B89607}" dt="2026-10-25T09:45:15.132" v="183"/>
        <pc:sldMkLst>
          <pc:docMk/>
          <pc:sldMk cId="465533951" sldId="257"/>
        </pc:sldMkLst>
      </pc:sldChg>
      <pc:sldChg chg="mod modShow">
        <pc:chgData name="Anson Chan" userId="S::chan.anso@northeastern.edu::b9819fdb-77df-40ae-b4b2-9b6087f1be7a" providerId="AD" clId="Web-{F32DE71D-04B8-D65A-FEFF-5569C5B89607}" dt="2026-10-25T09:45:15.179" v="184"/>
        <pc:sldMkLst>
          <pc:docMk/>
          <pc:sldMk cId="2230882300" sldId="258"/>
        </pc:sldMkLst>
      </pc:sldChg>
      <pc:sldChg chg="mod modShow">
        <pc:chgData name="Anson Chan" userId="S::chan.anso@northeastern.edu::b9819fdb-77df-40ae-b4b2-9b6087f1be7a" providerId="AD" clId="Web-{F32DE71D-04B8-D65A-FEFF-5569C5B89607}" dt="2026-10-25T09:45:15.257" v="187"/>
        <pc:sldMkLst>
          <pc:docMk/>
          <pc:sldMk cId="3257670654" sldId="259"/>
        </pc:sldMkLst>
      </pc:sldChg>
      <pc:sldChg chg="add del mod modShow">
        <pc:chgData name="Anson Chan" userId="S::chan.anso@northeastern.edu::b9819fdb-77df-40ae-b4b2-9b6087f1be7a" providerId="AD" clId="Web-{F32DE71D-04B8-D65A-FEFF-5569C5B89607}" dt="2026-10-25T09:45:15.241" v="186"/>
        <pc:sldMkLst>
          <pc:docMk/>
          <pc:sldMk cId="1479333912" sldId="260"/>
        </pc:sldMkLst>
      </pc:sldChg>
      <pc:sldChg chg="mod modShow">
        <pc:chgData name="Anson Chan" userId="S::chan.anso@northeastern.edu::b9819fdb-77df-40ae-b4b2-9b6087f1be7a" providerId="AD" clId="Web-{F32DE71D-04B8-D65A-FEFF-5569C5B89607}" dt="2026-10-25T09:45:15.179" v="185"/>
        <pc:sldMkLst>
          <pc:docMk/>
          <pc:sldMk cId="2619257545" sldId="261"/>
        </pc:sldMkLst>
      </pc:sldChg>
      <pc:sldChg chg="addSp modSp add">
        <pc:chgData name="Anson Chan" userId="S::chan.anso@northeastern.edu::b9819fdb-77df-40ae-b4b2-9b6087f1be7a" providerId="AD" clId="Web-{F32DE71D-04B8-D65A-FEFF-5569C5B89607}" dt="2026-10-25T09:37:03.913" v="33" actId="14100"/>
        <pc:sldMkLst>
          <pc:docMk/>
          <pc:sldMk cId="3475889372" sldId="262"/>
        </pc:sldMkLst>
        <pc:spChg chg="mod">
          <ac:chgData name="Anson Chan" userId="S::chan.anso@northeastern.edu::b9819fdb-77df-40ae-b4b2-9b6087f1be7a" providerId="AD" clId="Web-{F32DE71D-04B8-D65A-FEFF-5569C5B89607}" dt="2026-10-25T09:37:03.913" v="33" actId="14100"/>
          <ac:spMkLst>
            <pc:docMk/>
            <pc:sldMk cId="3475889372" sldId="262"/>
            <ac:spMk id="3" creationId="{577B6BAC-F826-020B-2978-28515651D65F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6:51.350" v="30"/>
          <ac:spMkLst>
            <pc:docMk/>
            <pc:sldMk cId="3475889372" sldId="262"/>
            <ac:spMk id="8" creationId="{6F5A5072-7B47-4D32-B52A-4EBBF590B8A5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6:51.350" v="30"/>
          <ac:spMkLst>
            <pc:docMk/>
            <pc:sldMk cId="3475889372" sldId="262"/>
            <ac:spMk id="10" creationId="{9715DAF0-AE1B-46C9-8A6B-DB2AA05AB91D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6:51.350" v="30"/>
          <ac:spMkLst>
            <pc:docMk/>
            <pc:sldMk cId="3475889372" sldId="262"/>
            <ac:spMk id="12" creationId="{6016219D-510E-4184-9090-6D5578A87BD1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6:51.350" v="30"/>
          <ac:spMkLst>
            <pc:docMk/>
            <pc:sldMk cId="3475889372" sldId="262"/>
            <ac:spMk id="14" creationId="{AFF4A713-7B75-4B21-90D7-5AB19547C728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6:51.350" v="30"/>
          <ac:spMkLst>
            <pc:docMk/>
            <pc:sldMk cId="3475889372" sldId="262"/>
            <ac:spMk id="16" creationId="{DC631C0B-6DA6-4E57-8231-CE32B3434A7E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6:51.350" v="30"/>
          <ac:spMkLst>
            <pc:docMk/>
            <pc:sldMk cId="3475889372" sldId="262"/>
            <ac:spMk id="18" creationId="{C29501E6-A978-4A61-9689-9085AF97A53A}"/>
          </ac:spMkLst>
        </pc:spChg>
      </pc:sldChg>
      <pc:sldChg chg="addSp modSp add">
        <pc:chgData name="Anson Chan" userId="S::chan.anso@northeastern.edu::b9819fdb-77df-40ae-b4b2-9b6087f1be7a" providerId="AD" clId="Web-{F32DE71D-04B8-D65A-FEFF-5569C5B89607}" dt="2026-10-25T09:38:37.616" v="50" actId="1076"/>
        <pc:sldMkLst>
          <pc:docMk/>
          <pc:sldMk cId="238967962" sldId="263"/>
        </pc:sldMkLst>
        <pc:spChg chg="mod">
          <ac:chgData name="Anson Chan" userId="S::chan.anso@northeastern.edu::b9819fdb-77df-40ae-b4b2-9b6087f1be7a" providerId="AD" clId="Web-{F32DE71D-04B8-D65A-FEFF-5569C5B89607}" dt="2026-10-25T09:37:45.694" v="37" actId="14100"/>
          <ac:spMkLst>
            <pc:docMk/>
            <pc:sldMk cId="238967962" sldId="263"/>
            <ac:spMk id="2" creationId="{91F56B38-574F-AA94-5A3F-8A552DC62E74}"/>
          </ac:spMkLst>
        </pc:spChg>
        <pc:spChg chg="mod">
          <ac:chgData name="Anson Chan" userId="S::chan.anso@northeastern.edu::b9819fdb-77df-40ae-b4b2-9b6087f1be7a" providerId="AD" clId="Web-{F32DE71D-04B8-D65A-FEFF-5569C5B89607}" dt="2026-10-25T09:38:30.616" v="47" actId="14100"/>
          <ac:spMkLst>
            <pc:docMk/>
            <pc:sldMk cId="238967962" sldId="263"/>
            <ac:spMk id="6" creationId="{3AB4D974-99C2-8744-7706-7C27A76B30CE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7:34.538" v="34"/>
          <ac:spMkLst>
            <pc:docMk/>
            <pc:sldMk cId="238967962" sldId="263"/>
            <ac:spMk id="16" creationId="{C4285719-470E-454C-AF62-8323075F1F5B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7:34.538" v="34"/>
          <ac:spMkLst>
            <pc:docMk/>
            <pc:sldMk cId="238967962" sldId="263"/>
            <ac:spMk id="18" creationId="{CD9FE4EF-C4D8-49A0-B2FF-81D8DB7D8A24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7:34.538" v="34"/>
          <ac:spMkLst>
            <pc:docMk/>
            <pc:sldMk cId="238967962" sldId="263"/>
            <ac:spMk id="20" creationId="{4300840D-0A0B-4512-BACA-B439D5B9C57C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7:34.538" v="34"/>
          <ac:spMkLst>
            <pc:docMk/>
            <pc:sldMk cId="238967962" sldId="263"/>
            <ac:spMk id="22" creationId="{D2B78728-A580-49A7-84F9-6EF6F583ADE0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7:34.538" v="34"/>
          <ac:spMkLst>
            <pc:docMk/>
            <pc:sldMk cId="238967962" sldId="263"/>
            <ac:spMk id="24" creationId="{38FAA1A1-D861-433F-88FA-1E9D6FD31D11}"/>
          </ac:spMkLst>
        </pc:spChg>
        <pc:spChg chg="add">
          <ac:chgData name="Anson Chan" userId="S::chan.anso@northeastern.edu::b9819fdb-77df-40ae-b4b2-9b6087f1be7a" providerId="AD" clId="Web-{F32DE71D-04B8-D65A-FEFF-5569C5B89607}" dt="2026-10-25T09:37:34.538" v="34"/>
          <ac:spMkLst>
            <pc:docMk/>
            <pc:sldMk cId="238967962" sldId="263"/>
            <ac:spMk id="26" creationId="{8D71EDA1-87BF-4D5D-AB79-F346FD19278A}"/>
          </ac:spMkLst>
        </pc:spChg>
      </pc:sldChg>
      <pc:sldChg chg="addSp modSp add del">
        <pc:chgData name="Anson Chan" userId="S::chan.anso@northeastern.edu::b9819fdb-77df-40ae-b4b2-9b6087f1be7a" providerId="AD" clId="Web-{F32DE71D-04B8-D65A-FEFF-5569C5B89607}" dt="2026-10-25T09:42:10.319" v="67" actId="1076"/>
        <pc:sldMkLst>
          <pc:docMk/>
          <pc:sldMk cId="510651504" sldId="264"/>
        </pc:sldMkLst>
        <pc:spChg chg="mod">
          <ac:chgData name="Anson Chan" userId="S::chan.anso@northeastern.edu::b9819fdb-77df-40ae-b4b2-9b6087f1be7a" providerId="AD" clId="Web-{F32DE71D-04B8-D65A-FEFF-5569C5B89607}" dt="2026-10-25T09:40:47.679" v="51"/>
          <ac:spMkLst>
            <pc:docMk/>
            <pc:sldMk cId="510651504" sldId="264"/>
            <ac:spMk id="2" creationId="{9D66AA7D-3C72-154F-E00C-593F5D29FFE1}"/>
          </ac:spMkLst>
        </pc:spChg>
        <pc:spChg chg="mod">
          <ac:chgData name="Anson Chan" userId="S::chan.anso@northeastern.edu::b9819fdb-77df-40ae-b4b2-9b6087f1be7a" providerId="AD" clId="Web-{F32DE71D-04B8-D65A-FEFF-5569C5B89607}" dt="2026-10-25T09:41:12.397" v="56" actId="1076"/>
          <ac:spMkLst>
            <pc:docMk/>
            <pc:sldMk cId="510651504" sldId="264"/>
            <ac:spMk id="4" creationId="{D6735FCE-B3F0-096E-1EA1-F953B87EC409}"/>
          </ac:spMkLst>
        </pc:spChg>
        <pc:spChg chg="mod">
          <ac:chgData name="Anson Chan" userId="S::chan.anso@northeastern.edu::b9819fdb-77df-40ae-b4b2-9b6087f1be7a" providerId="AD" clId="Web-{F32DE71D-04B8-D65A-FEFF-5569C5B89607}" dt="2026-10-25T09:40:47.679" v="51"/>
          <ac:spMkLst>
            <pc:docMk/>
            <pc:sldMk cId="510651504" sldId="264"/>
            <ac:spMk id="6" creationId="{619B4AB6-BF0C-7914-3F9E-B9321ED7497E}"/>
          </ac:spMkLst>
        </pc:spChg>
        <pc:spChg chg="mod">
          <ac:chgData name="Anson Chan" userId="S::chan.anso@northeastern.edu::b9819fdb-77df-40ae-b4b2-9b6087f1be7a" providerId="AD" clId="Web-{F32DE71D-04B8-D65A-FEFF-5569C5B89607}" dt="2026-10-25T09:42:10.319" v="67" actId="1076"/>
          <ac:spMkLst>
            <pc:docMk/>
            <pc:sldMk cId="510651504" sldId="264"/>
            <ac:spMk id="28" creationId="{C7775358-A843-D75C-F051-DFA32D4C3D32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0:47.679" v="51"/>
          <ac:spMkLst>
            <pc:docMk/>
            <pc:sldMk cId="510651504" sldId="264"/>
            <ac:spMk id="33" creationId="{1B15ED52-F352-441B-82BF-E0EA34836D08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0:47.679" v="51"/>
          <ac:spMkLst>
            <pc:docMk/>
            <pc:sldMk cId="510651504" sldId="264"/>
            <ac:spMk id="35" creationId="{3B2E3793-BFE6-45A2-9B7B-E18844431C99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0:47.679" v="51"/>
          <ac:spMkLst>
            <pc:docMk/>
            <pc:sldMk cId="510651504" sldId="264"/>
            <ac:spMk id="37" creationId="{BC4C4868-CB8F-4AF9-9CDB-8108F2C19B67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0:47.679" v="51"/>
          <ac:spMkLst>
            <pc:docMk/>
            <pc:sldMk cId="510651504" sldId="264"/>
            <ac:spMk id="39" creationId="{375E0459-6403-40CD-989D-56A4407CA12E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0:47.679" v="51"/>
          <ac:spMkLst>
            <pc:docMk/>
            <pc:sldMk cId="510651504" sldId="264"/>
            <ac:spMk id="41" creationId="{53E5B1A8-3AC9-4BD1-9BBC-78CA94F2D1BA}"/>
          </ac:spMkLst>
        </pc:spChg>
      </pc:sldChg>
      <pc:sldChg chg="addSp add ord">
        <pc:chgData name="Anson Chan" userId="S::chan.anso@northeastern.edu::b9819fdb-77df-40ae-b4b2-9b6087f1be7a" providerId="AD" clId="Web-{F32DE71D-04B8-D65A-FEFF-5569C5B89607}" dt="2026-10-25T09:44:58.882" v="182"/>
        <pc:sldMkLst>
          <pc:docMk/>
          <pc:sldMk cId="3840245949" sldId="265"/>
        </pc:sldMkLst>
        <pc:spChg chg="add">
          <ac:chgData name="Anson Chan" userId="S::chan.anso@northeastern.edu::b9819fdb-77df-40ae-b4b2-9b6087f1be7a" providerId="AD" clId="Web-{F32DE71D-04B8-D65A-FEFF-5569C5B89607}" dt="2026-10-25T09:44:58.882" v="182"/>
          <ac:spMkLst>
            <pc:docMk/>
            <pc:sldMk cId="3840245949" sldId="265"/>
            <ac:spMk id="12" creationId="{19D32F93-50AC-4C46-A5DB-291C60DDB7BD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4:58.882" v="182"/>
          <ac:spMkLst>
            <pc:docMk/>
            <pc:sldMk cId="3840245949" sldId="265"/>
            <ac:spMk id="14" creationId="{B9A1D9BC-1455-4308-9ABD-A3F8EDB67AAF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4:58.882" v="182"/>
          <ac:spMkLst>
            <pc:docMk/>
            <pc:sldMk cId="3840245949" sldId="265"/>
            <ac:spMk id="16" creationId="{827DC2C4-B485-428A-BF4A-472D2967F47F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4:58.882" v="182"/>
          <ac:spMkLst>
            <pc:docMk/>
            <pc:sldMk cId="3840245949" sldId="265"/>
            <ac:spMk id="18" creationId="{4A62647B-1222-407C-8740-5A497612B1F5}"/>
          </ac:spMkLst>
        </pc:spChg>
      </pc:sldChg>
      <pc:sldChg chg="addSp delSp modSp add del replId">
        <pc:chgData name="Anson Chan" userId="S::chan.anso@northeastern.edu::b9819fdb-77df-40ae-b4b2-9b6087f1be7a" providerId="AD" clId="Web-{F32DE71D-04B8-D65A-FEFF-5569C5B89607}" dt="2026-10-25T09:43:58.819" v="174"/>
        <pc:sldMkLst>
          <pc:docMk/>
          <pc:sldMk cId="233069481" sldId="266"/>
        </pc:sldMkLst>
        <pc:spChg chg="mod">
          <ac:chgData name="Anson Chan" userId="S::chan.anso@northeastern.edu::b9819fdb-77df-40ae-b4b2-9b6087f1be7a" providerId="AD" clId="Web-{F32DE71D-04B8-D65A-FEFF-5569C5B89607}" dt="2026-10-25T09:42:36.148" v="69" actId="20577"/>
          <ac:spMkLst>
            <pc:docMk/>
            <pc:sldMk cId="233069481" sldId="266"/>
            <ac:spMk id="2" creationId="{7442573D-E56F-0F58-75B7-5A3B305213E4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241" v="132"/>
          <ac:spMkLst>
            <pc:docMk/>
            <pc:sldMk cId="233069481" sldId="266"/>
            <ac:spMk id="70" creationId="{15223A13-081C-8FD4-000B-A4FE75D86F29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257" v="133"/>
          <ac:spMkLst>
            <pc:docMk/>
            <pc:sldMk cId="233069481" sldId="266"/>
            <ac:spMk id="72" creationId="{6FC46CF5-01D4-345E-C15B-E6502DC1A4E9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257" v="134"/>
          <ac:spMkLst>
            <pc:docMk/>
            <pc:sldMk cId="233069481" sldId="266"/>
            <ac:spMk id="74" creationId="{3028324B-BB1F-0F42-B24C-B9BC7DE39DA4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257" v="135"/>
          <ac:spMkLst>
            <pc:docMk/>
            <pc:sldMk cId="233069481" sldId="266"/>
            <ac:spMk id="76" creationId="{F349A536-9829-D3D9-151E-82EBAB46E99B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273" v="136"/>
          <ac:spMkLst>
            <pc:docMk/>
            <pc:sldMk cId="233069481" sldId="266"/>
            <ac:spMk id="78" creationId="{4E5900A5-93D2-5B7F-3F14-A0B779D673EB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288" v="137"/>
          <ac:spMkLst>
            <pc:docMk/>
            <pc:sldMk cId="233069481" sldId="266"/>
            <ac:spMk id="80" creationId="{37B7AD5D-ADD6-F6EF-D545-0711D4FAFAD2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288" v="138"/>
          <ac:spMkLst>
            <pc:docMk/>
            <pc:sldMk cId="233069481" sldId="266"/>
            <ac:spMk id="82" creationId="{0CC4D9B9-9458-3076-185A-DE6AFD4A4BF8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304" v="139"/>
          <ac:spMkLst>
            <pc:docMk/>
            <pc:sldMk cId="233069481" sldId="266"/>
            <ac:spMk id="84" creationId="{A0F1BC42-4771-6007-2D3B-3EB3DBEA6776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304" v="140"/>
          <ac:spMkLst>
            <pc:docMk/>
            <pc:sldMk cId="233069481" sldId="266"/>
            <ac:spMk id="86" creationId="{4393C5B8-025B-B092-33C2-303A55A1BD44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319" v="141"/>
          <ac:spMkLst>
            <pc:docMk/>
            <pc:sldMk cId="233069481" sldId="266"/>
            <ac:spMk id="88" creationId="{96BCBC31-998C-4D25-94ED-7469E50A3360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319" v="142"/>
          <ac:spMkLst>
            <pc:docMk/>
            <pc:sldMk cId="233069481" sldId="266"/>
            <ac:spMk id="90" creationId="{83583833-C0D0-8BDF-4D87-0CE40CECEF07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351" v="146"/>
          <ac:spMkLst>
            <pc:docMk/>
            <pc:sldMk cId="233069481" sldId="266"/>
            <ac:spMk id="98" creationId="{96989DF1-9993-7E6C-0EF1-E5C487971BA9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382" v="149"/>
          <ac:spMkLst>
            <pc:docMk/>
            <pc:sldMk cId="233069481" sldId="266"/>
            <ac:spMk id="104" creationId="{4527AF39-7AAB-13E7-1943-D25DABB5EB2A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444" v="154"/>
          <ac:spMkLst>
            <pc:docMk/>
            <pc:sldMk cId="233069481" sldId="266"/>
            <ac:spMk id="114" creationId="{FC42B0E9-4D41-DB44-0E08-AC0CFDB1A18B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444" v="155"/>
          <ac:spMkLst>
            <pc:docMk/>
            <pc:sldMk cId="233069481" sldId="266"/>
            <ac:spMk id="116" creationId="{C455C254-D1A1-C858-11B3-3D4F6D3B6D5E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476" v="157"/>
          <ac:spMkLst>
            <pc:docMk/>
            <pc:sldMk cId="233069481" sldId="266"/>
            <ac:spMk id="120" creationId="{A5290919-E3CB-0C68-21E0-1D6ED2F9668F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2:48.523" v="160"/>
          <ac:spMkLst>
            <pc:docMk/>
            <pc:sldMk cId="233069481" sldId="266"/>
            <ac:spMk id="126" creationId="{CCFA6303-4F24-1C51-CDF9-43C5467FC2C3}"/>
          </ac:spMkLst>
        </pc:spChg>
        <pc:cxnChg chg="add">
          <ac:chgData name="Anson Chan" userId="S::chan.anso@northeastern.edu::b9819fdb-77df-40ae-b4b2-9b6087f1be7a" providerId="AD" clId="Web-{F32DE71D-04B8-D65A-FEFF-5569C5B89607}" dt="2026-10-25T09:42:48.335" v="143"/>
          <ac:cxnSpMkLst>
            <pc:docMk/>
            <pc:sldMk cId="233069481" sldId="266"/>
            <ac:cxnSpMk id="92" creationId="{0CAAE5CE-C2F9-3973-EEA4-B67198CF07A9}"/>
          </ac:cxnSpMkLst>
        </pc:cxnChg>
        <pc:cxnChg chg="add">
          <ac:chgData name="Anson Chan" userId="S::chan.anso@northeastern.edu::b9819fdb-77df-40ae-b4b2-9b6087f1be7a" providerId="AD" clId="Web-{F32DE71D-04B8-D65A-FEFF-5569C5B89607}" dt="2026-10-25T09:42:48.335" v="144"/>
          <ac:cxnSpMkLst>
            <pc:docMk/>
            <pc:sldMk cId="233069481" sldId="266"/>
            <ac:cxnSpMk id="94" creationId="{A8F98E89-32E9-3D0E-3A15-50E6F7D61A39}"/>
          </ac:cxnSpMkLst>
        </pc:cxnChg>
        <pc:cxnChg chg="add">
          <ac:chgData name="Anson Chan" userId="S::chan.anso@northeastern.edu::b9819fdb-77df-40ae-b4b2-9b6087f1be7a" providerId="AD" clId="Web-{F32DE71D-04B8-D65A-FEFF-5569C5B89607}" dt="2026-10-25T09:42:48.351" v="145"/>
          <ac:cxnSpMkLst>
            <pc:docMk/>
            <pc:sldMk cId="233069481" sldId="266"/>
            <ac:cxnSpMk id="96" creationId="{9245009A-E276-5151-C16E-A426F86362FF}"/>
          </ac:cxnSpMkLst>
        </pc:cxnChg>
        <pc:cxnChg chg="add">
          <ac:chgData name="Anson Chan" userId="S::chan.anso@northeastern.edu::b9819fdb-77df-40ae-b4b2-9b6087f1be7a" providerId="AD" clId="Web-{F32DE71D-04B8-D65A-FEFF-5569C5B89607}" dt="2026-10-25T09:42:48.366" v="147"/>
          <ac:cxnSpMkLst>
            <pc:docMk/>
            <pc:sldMk cId="233069481" sldId="266"/>
            <ac:cxnSpMk id="100" creationId="{9F0E8EB8-A849-DF2D-A91F-981CE7663A8F}"/>
          </ac:cxnSpMkLst>
        </pc:cxnChg>
        <pc:cxnChg chg="add">
          <ac:chgData name="Anson Chan" userId="S::chan.anso@northeastern.edu::b9819fdb-77df-40ae-b4b2-9b6087f1be7a" providerId="AD" clId="Web-{F32DE71D-04B8-D65A-FEFF-5569C5B89607}" dt="2026-10-25T09:42:48.398" v="151"/>
          <ac:cxnSpMkLst>
            <pc:docMk/>
            <pc:sldMk cId="233069481" sldId="266"/>
            <ac:cxnSpMk id="108" creationId="{4DFB97AA-2539-8130-A20F-C25EA183ED95}"/>
          </ac:cxnSpMkLst>
        </pc:cxnChg>
        <pc:cxnChg chg="add">
          <ac:chgData name="Anson Chan" userId="S::chan.anso@northeastern.edu::b9819fdb-77df-40ae-b4b2-9b6087f1be7a" providerId="AD" clId="Web-{F32DE71D-04B8-D65A-FEFF-5569C5B89607}" dt="2026-10-25T09:42:48.413" v="152"/>
          <ac:cxnSpMkLst>
            <pc:docMk/>
            <pc:sldMk cId="233069481" sldId="266"/>
            <ac:cxnSpMk id="110" creationId="{70C53163-B13F-C59F-12E8-19A1A3FE3E8D}"/>
          </ac:cxnSpMkLst>
        </pc:cxnChg>
        <pc:cxnChg chg="add">
          <ac:chgData name="Anson Chan" userId="S::chan.anso@northeastern.edu::b9819fdb-77df-40ae-b4b2-9b6087f1be7a" providerId="AD" clId="Web-{F32DE71D-04B8-D65A-FEFF-5569C5B89607}" dt="2026-10-25T09:42:48.507" v="159"/>
          <ac:cxnSpMkLst>
            <pc:docMk/>
            <pc:sldMk cId="233069481" sldId="266"/>
            <ac:cxnSpMk id="124" creationId="{4AC84789-F46D-A371-1E7A-404699041499}"/>
          </ac:cxnSpMkLst>
        </pc:cxnChg>
      </pc:sldChg>
      <pc:sldChg chg="addSp modSp add ord">
        <pc:chgData name="Anson Chan" userId="S::chan.anso@northeastern.edu::b9819fdb-77df-40ae-b4b2-9b6087f1be7a" providerId="AD" clId="Web-{F32DE71D-04B8-D65A-FEFF-5569C5B89607}" dt="2026-10-25T09:44:48.851" v="181"/>
        <pc:sldMkLst>
          <pc:docMk/>
          <pc:sldMk cId="3185757753" sldId="267"/>
        </pc:sldMkLst>
        <pc:spChg chg="mod ord">
          <ac:chgData name="Anson Chan" userId="S::chan.anso@northeastern.edu::b9819fdb-77df-40ae-b4b2-9b6087f1be7a" providerId="AD" clId="Web-{F32DE71D-04B8-D65A-FEFF-5569C5B89607}" dt="2026-10-25T09:44:48.851" v="181"/>
          <ac:spMkLst>
            <pc:docMk/>
            <pc:sldMk cId="3185757753" sldId="267"/>
            <ac:spMk id="2" creationId="{FB4C9D93-D04F-D306-DE6C-C6427B263234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4:48.851" v="181"/>
          <ac:spMkLst>
            <pc:docMk/>
            <pc:sldMk cId="3185757753" sldId="267"/>
            <ac:spMk id="12" creationId="{19D32F93-50AC-4C46-A5DB-291C60DDB7BD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4:48.851" v="181"/>
          <ac:spMkLst>
            <pc:docMk/>
            <pc:sldMk cId="3185757753" sldId="267"/>
            <ac:spMk id="14" creationId="{B9A1D9BC-1455-4308-9ABD-A3F8EDB67AAF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4:48.851" v="181"/>
          <ac:spMkLst>
            <pc:docMk/>
            <pc:sldMk cId="3185757753" sldId="267"/>
            <ac:spMk id="16" creationId="{827DC2C4-B485-428A-BF4A-472D2967F47F}"/>
          </ac:spMkLst>
        </pc:spChg>
        <pc:spChg chg="add">
          <ac:chgData name="Anson Chan" userId="S::chan.anso@northeastern.edu::b9819fdb-77df-40ae-b4b2-9b6087f1be7a" providerId="AD" clId="Web-{F32DE71D-04B8-D65A-FEFF-5569C5B89607}" dt="2026-10-25T09:44:48.851" v="181"/>
          <ac:spMkLst>
            <pc:docMk/>
            <pc:sldMk cId="3185757753" sldId="267"/>
            <ac:spMk id="18" creationId="{4A62647B-1222-407C-8740-5A497612B1F5}"/>
          </ac:spMkLst>
        </pc:spChg>
        <pc:picChg chg="mod">
          <ac:chgData name="Anson Chan" userId="S::chan.anso@northeastern.edu::b9819fdb-77df-40ae-b4b2-9b6087f1be7a" providerId="AD" clId="Web-{F32DE71D-04B8-D65A-FEFF-5569C5B89607}" dt="2026-10-25T09:44:48.851" v="181"/>
          <ac:picMkLst>
            <pc:docMk/>
            <pc:sldMk cId="3185757753" sldId="267"/>
            <ac:picMk id="7" creationId="{E1602C84-B62F-7302-3764-0D58CF814F1F}"/>
          </ac:picMkLst>
        </pc:picChg>
      </pc:sldChg>
    </pc:docChg>
  </pc:docChgLst>
  <pc:docChgLst>
    <pc:chgData name="Anson Chan" userId="S::chan.anso@northeastern.edu::b9819fdb-77df-40ae-b4b2-9b6087f1be7a" providerId="AD" clId="Web-{AB8694FC-0530-DB39-3AB8-F9BF3BF6C2B3}"/>
    <pc:docChg chg="delSld sldOrd">
      <pc:chgData name="Anson Chan" userId="S::chan.anso@northeastern.edu::b9819fdb-77df-40ae-b4b2-9b6087f1be7a" providerId="AD" clId="Web-{AB8694FC-0530-DB39-3AB8-F9BF3BF6C2B3}" dt="2026-10-29T01:46:06.155" v="6"/>
      <pc:docMkLst>
        <pc:docMk/>
      </pc:docMkLst>
      <pc:sldChg chg="del">
        <pc:chgData name="Anson Chan" userId="S::chan.anso@northeastern.edu::b9819fdb-77df-40ae-b4b2-9b6087f1be7a" providerId="AD" clId="Web-{AB8694FC-0530-DB39-3AB8-F9BF3BF6C2B3}" dt="2026-10-29T01:46:04.140" v="5"/>
        <pc:sldMkLst>
          <pc:docMk/>
          <pc:sldMk cId="465533951" sldId="257"/>
        </pc:sldMkLst>
      </pc:sldChg>
      <pc:sldChg chg="del">
        <pc:chgData name="Anson Chan" userId="S::chan.anso@northeastern.edu::b9819fdb-77df-40ae-b4b2-9b6087f1be7a" providerId="AD" clId="Web-{AB8694FC-0530-DB39-3AB8-F9BF3BF6C2B3}" dt="2026-10-29T01:46:00.936" v="4"/>
        <pc:sldMkLst>
          <pc:docMk/>
          <pc:sldMk cId="2230882300" sldId="258"/>
        </pc:sldMkLst>
      </pc:sldChg>
      <pc:sldChg chg="del">
        <pc:chgData name="Anson Chan" userId="S::chan.anso@northeastern.edu::b9819fdb-77df-40ae-b4b2-9b6087f1be7a" providerId="AD" clId="Web-{AB8694FC-0530-DB39-3AB8-F9BF3BF6C2B3}" dt="2026-10-29T01:45:56.718" v="2"/>
        <pc:sldMkLst>
          <pc:docMk/>
          <pc:sldMk cId="3257670654" sldId="259"/>
        </pc:sldMkLst>
      </pc:sldChg>
      <pc:sldChg chg="del">
        <pc:chgData name="Anson Chan" userId="S::chan.anso@northeastern.edu::b9819fdb-77df-40ae-b4b2-9b6087f1be7a" providerId="AD" clId="Web-{AB8694FC-0530-DB39-3AB8-F9BF3BF6C2B3}" dt="2026-10-29T01:46:06.155" v="6"/>
        <pc:sldMkLst>
          <pc:docMk/>
          <pc:sldMk cId="1479333912" sldId="260"/>
        </pc:sldMkLst>
      </pc:sldChg>
      <pc:sldChg chg="del">
        <pc:chgData name="Anson Chan" userId="S::chan.anso@northeastern.edu::b9819fdb-77df-40ae-b4b2-9b6087f1be7a" providerId="AD" clId="Web-{AB8694FC-0530-DB39-3AB8-F9BF3BF6C2B3}" dt="2026-10-29T01:45:58.952" v="3"/>
        <pc:sldMkLst>
          <pc:docMk/>
          <pc:sldMk cId="2619257545" sldId="261"/>
        </pc:sldMkLst>
      </pc:sldChg>
      <pc:sldChg chg="ord">
        <pc:chgData name="Anson Chan" userId="S::chan.anso@northeastern.edu::b9819fdb-77df-40ae-b4b2-9b6087f1be7a" providerId="AD" clId="Web-{AB8694FC-0530-DB39-3AB8-F9BF3BF6C2B3}" dt="2026-10-29T01:45:09.498" v="1"/>
        <pc:sldMkLst>
          <pc:docMk/>
          <pc:sldMk cId="510651504" sldId="264"/>
        </pc:sldMkLst>
      </pc:sldChg>
      <pc:sldChg chg="ord">
        <pc:chgData name="Anson Chan" userId="S::chan.anso@northeastern.edu::b9819fdb-77df-40ae-b4b2-9b6087f1be7a" providerId="AD" clId="Web-{AB8694FC-0530-DB39-3AB8-F9BF3BF6C2B3}" dt="2026-10-29T01:45:06.201" v="0"/>
        <pc:sldMkLst>
          <pc:docMk/>
          <pc:sldMk cId="233069481" sldId="266"/>
        </pc:sldMkLst>
      </pc:sldChg>
    </pc:docChg>
  </pc:docChgLst>
  <pc:docChgLst>
    <pc:chgData name="Colin Moller" userId="S::moller.c@northeastern.edu::b004c021-eb49-4019-b007-3601bf84ba65" providerId="AD" clId="Web-{F7732274-D71E-5CC9-F573-10BAA0376368}"/>
    <pc:docChg chg="sldOrd">
      <pc:chgData name="Colin Moller" userId="S::moller.c@northeastern.edu::b004c021-eb49-4019-b007-3601bf84ba65" providerId="AD" clId="Web-{F7732274-D71E-5CC9-F573-10BAA0376368}" dt="2026-10-29T00:05:24.083" v="3"/>
      <pc:docMkLst>
        <pc:docMk/>
      </pc:docMkLst>
      <pc:sldChg chg="ord">
        <pc:chgData name="Colin Moller" userId="S::moller.c@northeastern.edu::b004c021-eb49-4019-b007-3601bf84ba65" providerId="AD" clId="Web-{F7732274-D71E-5CC9-F573-10BAA0376368}" dt="2026-10-29T00:05:21.630" v="2"/>
        <pc:sldMkLst>
          <pc:docMk/>
          <pc:sldMk cId="0" sldId="256"/>
        </pc:sldMkLst>
      </pc:sldChg>
      <pc:sldChg chg="ord">
        <pc:chgData name="Colin Moller" userId="S::moller.c@northeastern.edu::b004c021-eb49-4019-b007-3601bf84ba65" providerId="AD" clId="Web-{F7732274-D71E-5CC9-F573-10BAA0376368}" dt="2026-10-29T00:05:24.083" v="3"/>
        <pc:sldMkLst>
          <pc:docMk/>
          <pc:sldMk cId="510651504" sldId="264"/>
        </pc:sldMkLst>
      </pc:sldChg>
      <pc:sldChg chg="ord">
        <pc:chgData name="Colin Moller" userId="S::moller.c@northeastern.edu::b004c021-eb49-4019-b007-3601bf84ba65" providerId="AD" clId="Web-{F7732274-D71E-5CC9-F573-10BAA0376368}" dt="2026-10-28T23:47:54.958" v="0"/>
        <pc:sldMkLst>
          <pc:docMk/>
          <pc:sldMk cId="233069481" sldId="266"/>
        </pc:sldMkLst>
      </pc:sldChg>
      <pc:sldChg chg="ord">
        <pc:chgData name="Colin Moller" userId="S::moller.c@northeastern.edu::b004c021-eb49-4019-b007-3601bf84ba65" providerId="AD" clId="Web-{F7732274-D71E-5CC9-F573-10BAA0376368}" dt="2026-10-28T23:53:54.911" v="1"/>
        <pc:sldMkLst>
          <pc:docMk/>
          <pc:sldMk cId="2886233775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90E3F-9278-4DF5-A702-C2BA99510DE3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1E18-1AF3-4C75-B758-3EAF9A02D4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5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is used in three nodes of the LangGraph workflow; everything numeric comes from the simulator.
plan_staffing: the LLM first writes an analysis (busy months, idle capacity, which notice months pay off), then proposes three candidate plans with different strategies: aggressive, moderate and conservative. Each candidate gives target productive agents for February to December with a reason per month. Python converts targets into hires and terminations, validates them, and simulates every candidate with the Part 1 tools. If nothing passes, revise sends month-by-month feedback and the LLM tries again; after a pass it gets refine rounds to improve the best plan, up to 5 attempts in total. If no AI plan passes, the heuristic is the fallback.
write_memo: the LLM turns the final numbers into a structured approval memo: headline, why this plan, AI vs. heuristic, risks and assumptions. It is told to use only the numbers supplied.
parse_feedback: after the human review pause, the manager can reply in plain English. The LLM converts that into hard constraints (minimum agents, no notices before a month, cap on notices per month) that the validator enforces on the next round. Example from our Brazil run: no notice before June, never below 110 agents.
Techniques: LangGraph for the stateful graph, loops and human-in-the-loop pause; prompt engineering for the rules, costs, forecast and feedback given to the model; structured outputs (Pydantic schemas) so plans, memos and constraints are machine-checkable.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B1D0-63A5-B20A-65F3-35ADEC08F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2DFAB-4AF0-B1B3-0965-5A36C95D4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82B02-AB72-E104-526E-2D0C0F9A2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30D6B-CD2E-0FA0-E616-EAA8C001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0EFA5-0424-DE4A-874A-70C6543E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6205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F488-EB44-BBBF-FBF9-349D5672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C775E-C1CA-D1CE-23B0-92991F87C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5D436-5938-EFAD-9762-EE65A91C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0704-67DF-7E88-9A4B-E6046664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9444A-8BA6-B3C8-EF3F-62956A55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3635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BE58-8BA3-0E25-F4BD-A0B74AB7A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AFFC8-702B-EDEC-CD6E-65B1438C1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F8F7E-D8E1-306E-726D-F7611433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0DBCF-00D8-9E5C-6425-5B44028D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FD37E-F56F-EE15-61F1-B8354ED2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18681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597BB-C6B9-7BF3-B01B-80B64641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F3C4F-E708-74E2-53AC-14963AC6B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F89E3-D4F2-98DC-FE35-664EA5618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A1331-F7F8-1F6A-6E95-308844655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3FC7-2D10-05FB-2576-400D190C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BFA91-1162-8377-24F9-38782D63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7428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52508-5FBD-CDE1-2571-D955D189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57DA6-D3F0-F035-986B-A9C05417B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958B6-7536-E6B8-3837-6AC1D3F53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AC053-2886-29D0-90A6-B50144395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E2AEC7-22E6-07A2-B715-6E6AFC7198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EF5D5-3F1E-D02A-AC23-6F5EBDB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EBB15-04A5-93ED-97FF-6B2DE1039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CE347-83AB-6C4B-0462-E7EF72DB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9931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1A2E-157E-A24F-CB07-E47B286F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067BF-6C0B-722C-E13E-D7210711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920EE-7C7F-62F0-7088-A0C3FD0D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C7EEA-2941-A94E-500D-C590587C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4915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9633A-073E-3C2C-B4DE-0597DAC0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BEB2B2-40CB-01E1-9C8A-14C1AECE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8F69F-47B6-A8FC-4B47-96ED703A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43981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586C-250A-96BC-D372-99042891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F1C2D-5F3E-210A-FF56-96950757F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C9429-234E-4328-0E46-74DDD4DCD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B5432-EC36-4CC1-28D7-7F71531C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3DE63-C2D2-2A23-8FC7-B45B7089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72C43-CEF6-1E47-2AF7-C63E8788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4610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48F5-91ED-6C65-C244-9DC7BD96D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CB214-035E-7279-45D5-736D90754E7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D0FC7-B951-ACC9-888C-06D484EDC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52B1A-50DA-35F1-F863-AE350066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C0BDD-B36D-AA9C-D000-73E3D146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8DCBA-2CB6-AA07-5B8C-589C24D7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131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D7A3-A414-C2C4-7DC4-D9E3FAC5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D095C-5652-E05F-F24C-6ACBF33DD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12F1A-1638-951A-0A0E-B2BADD40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6E486-F0E9-D2AD-5851-4D0897CA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239C8-446D-A42D-569C-7E2174B4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920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93EA24-3DAA-0559-67E9-E6C239B9D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0CDCA-FA1F-AB7D-D7E5-71C211869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FA156-1DB8-FBFF-4961-E7CCD442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0094B-3C49-6D8B-1130-C47196D3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F3B3C-CD17-E7B9-4DF7-C334E52E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32291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59105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463040" y="411480"/>
            <a:ext cx="9966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51907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F7F5A5-6D51-9995-B955-4EEC1C045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B633-8BCA-E53E-8E68-8C08C9B2F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9EC4-B230-42F3-33DB-485D20CFB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1D836-CFA5-4702-AF74-18F941C4CBE4}" type="datetimeFigureOut">
              <a:rPr lang="en-HK" smtClean="0"/>
              <a:t>28/10/2026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DB49A-4503-21B7-4607-1C39E56C2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B7337-FDC2-90C1-0047-1E69D7C32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BF370-F761-44A2-84E7-7AF79FE52F56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1647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8C064-BB33-6763-7478-CE47880CA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DADS 5250 Hackathon</a:t>
            </a:r>
            <a:endParaRPr lang="en-HK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B6BAC-F826-020B-2978-28515651D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065" y="4512236"/>
            <a:ext cx="10061979" cy="1816846"/>
          </a:xfrm>
        </p:spPr>
        <p:txBody>
          <a:bodyPr anchor="ctr">
            <a:normAutofit/>
          </a:bodyPr>
          <a:lstStyle/>
          <a:p>
            <a:pPr algn="l"/>
            <a:r>
              <a:rPr lang="en-US" sz="1000" b="1"/>
              <a:t>Group 1:</a:t>
            </a:r>
          </a:p>
          <a:p>
            <a:pPr algn="l"/>
            <a:r>
              <a:rPr lang="en-US" sz="1000"/>
              <a:t>Colin Moller</a:t>
            </a:r>
          </a:p>
          <a:p>
            <a:pPr algn="l"/>
            <a:r>
              <a:rPr lang="en-US" sz="1000"/>
              <a:t>Fabio Rollin</a:t>
            </a:r>
          </a:p>
          <a:p>
            <a:pPr algn="l"/>
            <a:r>
              <a:rPr lang="en-US" sz="1000"/>
              <a:t>Nathan Tsung</a:t>
            </a:r>
          </a:p>
          <a:p>
            <a:pPr algn="l"/>
            <a:r>
              <a:rPr lang="en-US" sz="1000"/>
              <a:t>Simar Singh</a:t>
            </a:r>
          </a:p>
          <a:p>
            <a:pPr algn="l"/>
            <a:r>
              <a:rPr lang="en-US" sz="1000"/>
              <a:t>Anson Chan</a:t>
            </a:r>
          </a:p>
        </p:txBody>
      </p:sp>
    </p:spTree>
    <p:extLst>
      <p:ext uri="{BB962C8B-B14F-4D97-AF65-F5344CB8AC3E}">
        <p14:creationId xmlns:p14="http://schemas.microsoft.com/office/powerpoint/2010/main" val="347588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FF868-05DF-D1D7-8AD0-43BA85D1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56B38-574F-AA94-5A3F-8A552DC6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19621"/>
            <a:ext cx="3201366" cy="23341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Dynamic Agent Staffing Optimization with GenAI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B4D974-99C2-8744-7706-7C27A76B30CE}"/>
              </a:ext>
            </a:extLst>
          </p:cNvPr>
          <p:cNvSpPr/>
          <p:nvPr/>
        </p:nvSpPr>
        <p:spPr>
          <a:xfrm>
            <a:off x="469169" y="3058744"/>
            <a:ext cx="3204598" cy="34841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rgbClr val="FFFFFF"/>
                </a:solidFill>
              </a:rPr>
              <a:t>For this project, we will use a forecasting function to forecast advertiser demand for 2026 and use LLM to assist us to build a dynamic month-to-month staffing plan, taking into considerations of agent tasks (60-day support), staffing rules and costs, and revenue uplifts.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21BA7DD-9CF8-A1F6-9994-87F11161F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350" y="184916"/>
            <a:ext cx="5791200" cy="64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6F6FB-BF73-B7AF-569D-85499870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7A0B0AA-859E-B9B0-5A5B-3FCFD8BF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7FA01F-DABA-277C-1241-8D2ADD5A0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64F4F4-DE30-7E51-F97D-4B0AE3D40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26DC29-394E-5089-9F4B-3D616AF99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2573D-E56F-0F58-75B7-5A3B3052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Overall Flow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5223A13-081C-8FD4-000B-A4FE75D86F29}"/>
              </a:ext>
            </a:extLst>
          </p:cNvPr>
          <p:cNvSpPr/>
          <p:nvPr/>
        </p:nvSpPr>
        <p:spPr>
          <a:xfrm>
            <a:off x="8768878" y="1693015"/>
            <a:ext cx="1584420" cy="5056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C46CF5-01D4-345E-C15B-E6502DC1A4E9}"/>
              </a:ext>
            </a:extLst>
          </p:cNvPr>
          <p:cNvSpPr txBox="1"/>
          <p:nvPr/>
        </p:nvSpPr>
        <p:spPr>
          <a:xfrm>
            <a:off x="8908526" y="1692815"/>
            <a:ext cx="1273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Evaluate Simulated Scenarios</a:t>
            </a:r>
            <a:endParaRPr lang="en-HK" sz="1600" b="1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028324B-BB1F-0F42-B24C-B9BC7DE39DA4}"/>
              </a:ext>
            </a:extLst>
          </p:cNvPr>
          <p:cNvSpPr/>
          <p:nvPr/>
        </p:nvSpPr>
        <p:spPr>
          <a:xfrm>
            <a:off x="6868950" y="1693015"/>
            <a:ext cx="1625932" cy="5056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49A536-9829-D3D9-151E-82EBAB46E99B}"/>
              </a:ext>
            </a:extLst>
          </p:cNvPr>
          <p:cNvSpPr txBox="1"/>
          <p:nvPr/>
        </p:nvSpPr>
        <p:spPr>
          <a:xfrm>
            <a:off x="6870198" y="1681739"/>
            <a:ext cx="161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Simulate Scenario based on Schedule</a:t>
            </a:r>
            <a:endParaRPr lang="en-HK" sz="1600" b="1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E5900A5-93D2-5B7F-3F14-A0B779D673EB}"/>
              </a:ext>
            </a:extLst>
          </p:cNvPr>
          <p:cNvSpPr/>
          <p:nvPr/>
        </p:nvSpPr>
        <p:spPr>
          <a:xfrm>
            <a:off x="4759285" y="1689515"/>
            <a:ext cx="1823600" cy="504787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7B7AD5D-ADD6-F6EF-D545-0711D4FAFAD2}"/>
              </a:ext>
            </a:extLst>
          </p:cNvPr>
          <p:cNvSpPr/>
          <p:nvPr/>
        </p:nvSpPr>
        <p:spPr>
          <a:xfrm>
            <a:off x="1992144" y="1733252"/>
            <a:ext cx="2306262" cy="504787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CC4D9B9-9458-3076-185A-DE6AFD4A4BF8}"/>
              </a:ext>
            </a:extLst>
          </p:cNvPr>
          <p:cNvSpPr/>
          <p:nvPr/>
        </p:nvSpPr>
        <p:spPr>
          <a:xfrm>
            <a:off x="96032" y="3798508"/>
            <a:ext cx="1488659" cy="1338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Forecast 2026 Eligible Advertisers Demand</a:t>
            </a:r>
            <a:endParaRPr lang="en-HK" sz="160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0F1BC42-4771-6007-2D3B-3EB3DBEA6776}"/>
              </a:ext>
            </a:extLst>
          </p:cNvPr>
          <p:cNvSpPr/>
          <p:nvPr/>
        </p:nvSpPr>
        <p:spPr>
          <a:xfrm>
            <a:off x="2124543" y="5262065"/>
            <a:ext cx="2058814" cy="11640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Build a baseline scenario:</a:t>
            </a:r>
          </a:p>
          <a:p>
            <a:pPr algn="ctr"/>
            <a:r>
              <a:rPr lang="en-US" sz="1400"/>
              <a:t>0 hires and 0 terminations throughout the year</a:t>
            </a:r>
            <a:endParaRPr lang="en-HK" sz="140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393C5B8-025B-B092-33C2-303A55A1BD44}"/>
              </a:ext>
            </a:extLst>
          </p:cNvPr>
          <p:cNvSpPr/>
          <p:nvPr/>
        </p:nvSpPr>
        <p:spPr>
          <a:xfrm>
            <a:off x="2126487" y="2488315"/>
            <a:ext cx="2050441" cy="12207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LLM decides how to hire and terminate in 2026 (3 candidates each round)</a:t>
            </a:r>
            <a:endParaRPr lang="en-HK" sz="140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6BCBC31-998C-4D25-94ED-7469E50A3360}"/>
              </a:ext>
            </a:extLst>
          </p:cNvPr>
          <p:cNvSpPr/>
          <p:nvPr/>
        </p:nvSpPr>
        <p:spPr>
          <a:xfrm>
            <a:off x="7007840" y="5365980"/>
            <a:ext cx="1375071" cy="80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Use tool simulate_</a:t>
            </a:r>
          </a:p>
          <a:p>
            <a:pPr algn="ctr"/>
            <a:r>
              <a:rPr lang="en-US" sz="1400"/>
              <a:t>country</a:t>
            </a:r>
            <a:endParaRPr lang="en-HK" sz="140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3583833-C0D0-8BDF-4D87-0CE40CECEF07}"/>
              </a:ext>
            </a:extLst>
          </p:cNvPr>
          <p:cNvSpPr/>
          <p:nvPr/>
        </p:nvSpPr>
        <p:spPr>
          <a:xfrm>
            <a:off x="10749094" y="4076803"/>
            <a:ext cx="1330583" cy="7682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Compare plans</a:t>
            </a:r>
            <a:endParaRPr lang="en-HK" sz="140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AAE5CE-C2F9-3973-EEA4-B67198CF07A9}"/>
              </a:ext>
            </a:extLst>
          </p:cNvPr>
          <p:cNvCxnSpPr>
            <a:cxnSpLocks/>
          </p:cNvCxnSpPr>
          <p:nvPr/>
        </p:nvCxnSpPr>
        <p:spPr>
          <a:xfrm>
            <a:off x="1548406" y="4476857"/>
            <a:ext cx="541945" cy="1424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8F98E89-32E9-3D0E-3A15-50E6F7D61A39}"/>
              </a:ext>
            </a:extLst>
          </p:cNvPr>
          <p:cNvCxnSpPr>
            <a:cxnSpLocks/>
          </p:cNvCxnSpPr>
          <p:nvPr/>
        </p:nvCxnSpPr>
        <p:spPr>
          <a:xfrm flipV="1">
            <a:off x="1487000" y="2959109"/>
            <a:ext cx="599013" cy="1511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245009A-E276-5151-C16E-A426F86362FF}"/>
              </a:ext>
            </a:extLst>
          </p:cNvPr>
          <p:cNvCxnSpPr>
            <a:cxnSpLocks/>
          </p:cNvCxnSpPr>
          <p:nvPr/>
        </p:nvCxnSpPr>
        <p:spPr>
          <a:xfrm flipV="1">
            <a:off x="4181962" y="5810838"/>
            <a:ext cx="687381" cy="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6989DF1-9993-7E6C-0EF1-E5C487971BA9}"/>
              </a:ext>
            </a:extLst>
          </p:cNvPr>
          <p:cNvSpPr/>
          <p:nvPr/>
        </p:nvSpPr>
        <p:spPr>
          <a:xfrm>
            <a:off x="6976450" y="2628134"/>
            <a:ext cx="1408564" cy="789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Use tool simulate_</a:t>
            </a:r>
          </a:p>
          <a:p>
            <a:pPr algn="ctr"/>
            <a:r>
              <a:rPr lang="en-US" sz="1400"/>
              <a:t>country</a:t>
            </a:r>
            <a:endParaRPr lang="en-HK" sz="140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F0E8EB8-A849-DF2D-A91F-981CE7663A8F}"/>
              </a:ext>
            </a:extLst>
          </p:cNvPr>
          <p:cNvCxnSpPr>
            <a:cxnSpLocks/>
          </p:cNvCxnSpPr>
          <p:nvPr/>
        </p:nvCxnSpPr>
        <p:spPr>
          <a:xfrm flipV="1">
            <a:off x="4175533" y="2981438"/>
            <a:ext cx="693810" cy="8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527AF39-7AAB-13E7-1943-D25DABB5EB2A}"/>
              </a:ext>
            </a:extLst>
          </p:cNvPr>
          <p:cNvSpPr/>
          <p:nvPr/>
        </p:nvSpPr>
        <p:spPr>
          <a:xfrm>
            <a:off x="8852624" y="2584921"/>
            <a:ext cx="1401660" cy="7803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Use tool evaluate</a:t>
            </a:r>
          </a:p>
          <a:p>
            <a:pPr algn="ctr"/>
            <a:r>
              <a:rPr lang="en-US" sz="1400"/>
              <a:t>_plan</a:t>
            </a:r>
            <a:endParaRPr lang="en-HK" sz="140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DFB97AA-2539-8130-A20F-C25EA183ED95}"/>
              </a:ext>
            </a:extLst>
          </p:cNvPr>
          <p:cNvCxnSpPr>
            <a:cxnSpLocks/>
          </p:cNvCxnSpPr>
          <p:nvPr/>
        </p:nvCxnSpPr>
        <p:spPr>
          <a:xfrm flipV="1">
            <a:off x="10187296" y="4435829"/>
            <a:ext cx="519930" cy="1027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0C53163-B13F-C59F-12E8-19A1A3FE3E8D}"/>
              </a:ext>
            </a:extLst>
          </p:cNvPr>
          <p:cNvCxnSpPr>
            <a:cxnSpLocks/>
          </p:cNvCxnSpPr>
          <p:nvPr/>
        </p:nvCxnSpPr>
        <p:spPr>
          <a:xfrm>
            <a:off x="10287780" y="2954153"/>
            <a:ext cx="419446" cy="1498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FC42B0E9-4D41-DB44-0E08-AC0CFDB1A18B}"/>
              </a:ext>
            </a:extLst>
          </p:cNvPr>
          <p:cNvSpPr/>
          <p:nvPr/>
        </p:nvSpPr>
        <p:spPr>
          <a:xfrm>
            <a:off x="4869343" y="2555303"/>
            <a:ext cx="1640607" cy="9360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Use tool </a:t>
            </a:r>
            <a:r>
              <a:rPr lang="en-US" sz="1400" dirty="0" err="1"/>
              <a:t>build_staffing</a:t>
            </a:r>
            <a:r>
              <a:rPr lang="en-US" sz="1400" dirty="0"/>
              <a:t>_</a:t>
            </a:r>
            <a:endParaRPr lang="en-HK" sz="1400" dirty="0"/>
          </a:p>
          <a:p>
            <a:pPr algn="ctr"/>
            <a:r>
              <a:rPr lang="en-US" sz="1400"/>
              <a:t>schedule</a:t>
            </a:r>
            <a:endParaRPr lang="en-HK" sz="14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455C254-D1A1-C858-11B3-3D4F6D3B6D5E}"/>
              </a:ext>
            </a:extLst>
          </p:cNvPr>
          <p:cNvSpPr txBox="1"/>
          <p:nvPr/>
        </p:nvSpPr>
        <p:spPr>
          <a:xfrm>
            <a:off x="2377905" y="1802348"/>
            <a:ext cx="15311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Staffing Decisions</a:t>
            </a:r>
            <a:endParaRPr lang="en-HK" sz="1600" b="1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5290919-E3CB-0C68-21E0-1D6ED2F9668F}"/>
              </a:ext>
            </a:extLst>
          </p:cNvPr>
          <p:cNvSpPr txBox="1"/>
          <p:nvPr/>
        </p:nvSpPr>
        <p:spPr>
          <a:xfrm>
            <a:off x="4756990" y="1691875"/>
            <a:ext cx="181562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dirty="0"/>
              <a:t>Build Staffing Schedule based </a:t>
            </a:r>
            <a:r>
              <a:rPr lang="en-US" sz="1600" b="1"/>
              <a:t>on </a:t>
            </a:r>
            <a:r>
              <a:rPr lang="en-US" sz="1600" b="1" dirty="0"/>
              <a:t>decisions</a:t>
            </a:r>
            <a:endParaRPr lang="en-HK" sz="16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AC84789-F46D-A371-1E7A-404699041499}"/>
              </a:ext>
            </a:extLst>
          </p:cNvPr>
          <p:cNvCxnSpPr>
            <a:cxnSpLocks/>
          </p:cNvCxnSpPr>
          <p:nvPr/>
        </p:nvCxnSpPr>
        <p:spPr>
          <a:xfrm flipV="1">
            <a:off x="6451335" y="5810836"/>
            <a:ext cx="548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CFA6303-4F24-1C51-CDF9-43C5467FC2C3}"/>
              </a:ext>
            </a:extLst>
          </p:cNvPr>
          <p:cNvSpPr/>
          <p:nvPr/>
        </p:nvSpPr>
        <p:spPr>
          <a:xfrm>
            <a:off x="8841783" y="5294634"/>
            <a:ext cx="1412502" cy="838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Use tool evaluate</a:t>
            </a:r>
          </a:p>
          <a:p>
            <a:pPr algn="ctr"/>
            <a:r>
              <a:rPr lang="en-US" sz="1400"/>
              <a:t>_plan</a:t>
            </a:r>
            <a:endParaRPr lang="en-HK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AE64C7-2BF4-787B-0E9C-C99C7EABF100}"/>
              </a:ext>
            </a:extLst>
          </p:cNvPr>
          <p:cNvSpPr/>
          <p:nvPr/>
        </p:nvSpPr>
        <p:spPr>
          <a:xfrm>
            <a:off x="2126487" y="3883223"/>
            <a:ext cx="2050442" cy="1245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Heuristic Plan to Hire and Terminate (three rules to follow, refer to notebook)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2617A5-00D0-FE73-14D6-C7D6FE6D5AF1}"/>
              </a:ext>
            </a:extLst>
          </p:cNvPr>
          <p:cNvSpPr/>
          <p:nvPr/>
        </p:nvSpPr>
        <p:spPr>
          <a:xfrm>
            <a:off x="4852595" y="4020687"/>
            <a:ext cx="1640607" cy="9360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Use tool </a:t>
            </a:r>
            <a:r>
              <a:rPr lang="en-US" sz="1400" dirty="0" err="1"/>
              <a:t>build_staffing</a:t>
            </a:r>
            <a:r>
              <a:rPr lang="en-US" sz="1400" dirty="0"/>
              <a:t>_</a:t>
            </a:r>
            <a:endParaRPr lang="en-HK" sz="1400" dirty="0"/>
          </a:p>
          <a:p>
            <a:pPr algn="ctr"/>
            <a:r>
              <a:rPr lang="en-US" sz="1400"/>
              <a:t>schedule</a:t>
            </a:r>
            <a:endParaRPr lang="en-HK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69E037-BFB8-7FBC-DD26-DD0734F112F4}"/>
              </a:ext>
            </a:extLst>
          </p:cNvPr>
          <p:cNvSpPr/>
          <p:nvPr/>
        </p:nvSpPr>
        <p:spPr>
          <a:xfrm>
            <a:off x="4852594" y="5377214"/>
            <a:ext cx="1640607" cy="9360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Use tool </a:t>
            </a:r>
            <a:r>
              <a:rPr lang="en-US" sz="1400" dirty="0" err="1"/>
              <a:t>build_staffing</a:t>
            </a:r>
            <a:r>
              <a:rPr lang="en-US" sz="1400" dirty="0"/>
              <a:t>_</a:t>
            </a:r>
            <a:endParaRPr lang="en-HK" sz="1400" dirty="0"/>
          </a:p>
          <a:p>
            <a:pPr algn="ctr"/>
            <a:r>
              <a:rPr lang="en-US" sz="1400"/>
              <a:t>schedule</a:t>
            </a:r>
            <a:endParaRPr lang="en-HK" sz="14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37B6B9-0AF3-F5E5-5A38-D3BA40B2443E}"/>
              </a:ext>
            </a:extLst>
          </p:cNvPr>
          <p:cNvCxnSpPr>
            <a:cxnSpLocks/>
          </p:cNvCxnSpPr>
          <p:nvPr/>
        </p:nvCxnSpPr>
        <p:spPr>
          <a:xfrm flipV="1">
            <a:off x="4156840" y="4487804"/>
            <a:ext cx="687381" cy="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3BEA59-AFFD-6262-D451-9EBBC4B0E60B}"/>
              </a:ext>
            </a:extLst>
          </p:cNvPr>
          <p:cNvSpPr/>
          <p:nvPr/>
        </p:nvSpPr>
        <p:spPr>
          <a:xfrm>
            <a:off x="6976449" y="4110265"/>
            <a:ext cx="1408564" cy="789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Use tool simulate_</a:t>
            </a:r>
          </a:p>
          <a:p>
            <a:pPr algn="ctr"/>
            <a:r>
              <a:rPr lang="en-US" sz="1400"/>
              <a:t>country</a:t>
            </a:r>
            <a:endParaRPr lang="en-HK" sz="14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BBA3B5-B87F-019C-2DA6-EC8DEF2BD77D}"/>
              </a:ext>
            </a:extLst>
          </p:cNvPr>
          <p:cNvCxnSpPr>
            <a:cxnSpLocks/>
          </p:cNvCxnSpPr>
          <p:nvPr/>
        </p:nvCxnSpPr>
        <p:spPr>
          <a:xfrm flipV="1">
            <a:off x="6493202" y="3014373"/>
            <a:ext cx="508369" cy="8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2CF06B-9215-7A6D-BDCC-EED8AA16EBAF}"/>
              </a:ext>
            </a:extLst>
          </p:cNvPr>
          <p:cNvSpPr/>
          <p:nvPr/>
        </p:nvSpPr>
        <p:spPr>
          <a:xfrm>
            <a:off x="8844250" y="4075426"/>
            <a:ext cx="1401660" cy="7803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Use tool evaluate</a:t>
            </a:r>
          </a:p>
          <a:p>
            <a:pPr algn="ctr"/>
            <a:r>
              <a:rPr lang="en-US" sz="1400"/>
              <a:t>_plan</a:t>
            </a:r>
            <a:endParaRPr lang="en-HK" sz="14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208127-8E7B-FDC2-F185-8BE070A407C0}"/>
              </a:ext>
            </a:extLst>
          </p:cNvPr>
          <p:cNvCxnSpPr>
            <a:cxnSpLocks/>
          </p:cNvCxnSpPr>
          <p:nvPr/>
        </p:nvCxnSpPr>
        <p:spPr>
          <a:xfrm flipV="1">
            <a:off x="1586136" y="4404066"/>
            <a:ext cx="528283" cy="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76748C-25FC-B551-4182-F95B46C99730}"/>
              </a:ext>
            </a:extLst>
          </p:cNvPr>
          <p:cNvCxnSpPr>
            <a:cxnSpLocks/>
          </p:cNvCxnSpPr>
          <p:nvPr/>
        </p:nvCxnSpPr>
        <p:spPr>
          <a:xfrm flipV="1">
            <a:off x="6426213" y="4512923"/>
            <a:ext cx="548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6A1B41-CE16-8148-C0A7-3D5321DB2C11}"/>
              </a:ext>
            </a:extLst>
          </p:cNvPr>
          <p:cNvCxnSpPr>
            <a:cxnSpLocks/>
          </p:cNvCxnSpPr>
          <p:nvPr/>
        </p:nvCxnSpPr>
        <p:spPr>
          <a:xfrm flipV="1">
            <a:off x="8301906" y="2980550"/>
            <a:ext cx="548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0FF871-477C-39CB-A07B-3F38959D6B0A}"/>
              </a:ext>
            </a:extLst>
          </p:cNvPr>
          <p:cNvCxnSpPr>
            <a:cxnSpLocks/>
          </p:cNvCxnSpPr>
          <p:nvPr/>
        </p:nvCxnSpPr>
        <p:spPr>
          <a:xfrm flipV="1">
            <a:off x="8293532" y="4529670"/>
            <a:ext cx="548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FAC880-BCB4-1413-8C45-35F164CDCB9D}"/>
              </a:ext>
            </a:extLst>
          </p:cNvPr>
          <p:cNvCxnSpPr>
            <a:cxnSpLocks/>
          </p:cNvCxnSpPr>
          <p:nvPr/>
        </p:nvCxnSpPr>
        <p:spPr>
          <a:xfrm flipV="1">
            <a:off x="8285158" y="5710352"/>
            <a:ext cx="548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120DBA-9A9F-239F-A843-C05F1D6DEA12}"/>
              </a:ext>
            </a:extLst>
          </p:cNvPr>
          <p:cNvCxnSpPr>
            <a:cxnSpLocks/>
          </p:cNvCxnSpPr>
          <p:nvPr/>
        </p:nvCxnSpPr>
        <p:spPr>
          <a:xfrm flipV="1">
            <a:off x="10152477" y="4437560"/>
            <a:ext cx="548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297DE7-FC7C-12A4-99E5-AA0D950D4CEB}"/>
              </a:ext>
            </a:extLst>
          </p:cNvPr>
          <p:cNvSpPr/>
          <p:nvPr/>
        </p:nvSpPr>
        <p:spPr>
          <a:xfrm>
            <a:off x="10749093" y="5433330"/>
            <a:ext cx="1330583" cy="7682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Write memo for human approval</a:t>
            </a:r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56EDCD-62F2-984D-1317-FAF4C95B3370}"/>
              </a:ext>
            </a:extLst>
          </p:cNvPr>
          <p:cNvCxnSpPr/>
          <p:nvPr/>
        </p:nvCxnSpPr>
        <p:spPr>
          <a:xfrm>
            <a:off x="11411856" y="4871356"/>
            <a:ext cx="9071" cy="553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6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F6E57-13F7-B208-3096-E7DA2DF1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6AA7D-3C72-154F-E00C-593F5D29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7775358-A843-D75C-F051-DFA32D4C3D32}"/>
              </a:ext>
            </a:extLst>
          </p:cNvPr>
          <p:cNvSpPr/>
          <p:nvPr/>
        </p:nvSpPr>
        <p:spPr>
          <a:xfrm>
            <a:off x="307219" y="1894865"/>
            <a:ext cx="3748983" cy="39736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FFFFFF"/>
                </a:solidFill>
              </a:rPr>
              <a:t>1. </a:t>
            </a:r>
            <a:r>
              <a:rPr lang="en-US" b="1" dirty="0" err="1">
                <a:solidFill>
                  <a:srgbClr val="FFFFFF"/>
                </a:solidFill>
              </a:rPr>
              <a:t>Simulate_Country</a:t>
            </a:r>
            <a:endParaRPr lang="en-US" dirty="0" err="1"/>
          </a:p>
          <a:p>
            <a:pPr marL="34290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rgbClr val="FFFFFF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This simulates advertiser assignment and agent capacity for a country on a day-by-day bases over a specified simulation period. At the end, it will produce a table of how advertisers are supported based on the input staffing scenario.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>
              <a:solidFill>
                <a:srgbClr val="FFFFFF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300" i="1" dirty="0">
                <a:solidFill>
                  <a:srgbClr val="FFFFFF"/>
                </a:solidFill>
              </a:rPr>
              <a:t>*Due to performance, a </a:t>
            </a:r>
            <a:r>
              <a:rPr lang="en-US" sz="1300" i="1" dirty="0" err="1">
                <a:solidFill>
                  <a:srgbClr val="FFFFFF"/>
                </a:solidFill>
              </a:rPr>
              <a:t>faster_simulate_country</a:t>
            </a:r>
            <a:r>
              <a:rPr lang="en-US" sz="1300" i="1" dirty="0">
                <a:solidFill>
                  <a:srgbClr val="FFFFFF"/>
                </a:solidFill>
              </a:rPr>
              <a:t> is </a:t>
            </a:r>
            <a:r>
              <a:rPr lang="en-US" sz="1300" i="1" dirty="0" err="1">
                <a:solidFill>
                  <a:srgbClr val="FFFFFF"/>
                </a:solidFill>
              </a:rPr>
              <a:t>implemeted</a:t>
            </a:r>
            <a:r>
              <a:rPr lang="en-US" sz="1300" i="1" dirty="0">
                <a:solidFill>
                  <a:srgbClr val="FFFFFF"/>
                </a:solidFill>
              </a:rPr>
              <a:t>, but the logic is the same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735FCE-B3F0-096E-1EA1-F953B87EC409}"/>
              </a:ext>
            </a:extLst>
          </p:cNvPr>
          <p:cNvSpPr/>
          <p:nvPr/>
        </p:nvSpPr>
        <p:spPr>
          <a:xfrm>
            <a:off x="4242853" y="1891971"/>
            <a:ext cx="3705039" cy="39668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b="1"/>
              <a:t>2. </a:t>
            </a:r>
            <a:r>
              <a:rPr lang="en-US" b="1" err="1"/>
              <a:t>Build_Staffing_Schedule</a:t>
            </a:r>
            <a:r>
              <a:rPr lang="en-US" b="1"/>
              <a:t> </a:t>
            </a:r>
          </a:p>
          <a:p>
            <a:pPr marL="342900" indent="-342900" algn="ctr">
              <a:spcAft>
                <a:spcPts val="600"/>
              </a:spcAft>
              <a:buAutoNum type="arabicPeriod"/>
            </a:pPr>
            <a:endParaRPr lang="en-US"/>
          </a:p>
          <a:p>
            <a:pPr algn="ctr">
              <a:spcAft>
                <a:spcPts val="600"/>
              </a:spcAft>
            </a:pPr>
            <a:r>
              <a:rPr lang="en-HK"/>
              <a:t>This converts monthly hiring and termination decisions into the actual productive agent headcount available each month, which calculating total staffing and termination costs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9B4AB6-BF0C-7914-3F9E-B9321ED7497E}"/>
              </a:ext>
            </a:extLst>
          </p:cNvPr>
          <p:cNvSpPr/>
          <p:nvPr/>
        </p:nvSpPr>
        <p:spPr>
          <a:xfrm>
            <a:off x="8115299" y="1891970"/>
            <a:ext cx="3705039" cy="39668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b="1"/>
              <a:t>3. </a:t>
            </a:r>
            <a:r>
              <a:rPr lang="en-US" b="1" err="1"/>
              <a:t>Evaluate_Plan</a:t>
            </a:r>
            <a:endParaRPr lang="en-US" b="1"/>
          </a:p>
          <a:p>
            <a:pPr marL="342900" indent="-342900" algn="ctr">
              <a:spcAft>
                <a:spcPts val="600"/>
              </a:spcAft>
              <a:buAutoNum type="arabicPeriod"/>
            </a:pPr>
            <a:endParaRPr lang="en-US"/>
          </a:p>
          <a:p>
            <a:pPr algn="ctr">
              <a:spcAft>
                <a:spcPts val="600"/>
              </a:spcAft>
            </a:pPr>
            <a:r>
              <a:rPr lang="en-HK"/>
              <a:t>This evaluates the performance of a complete staffing simulation, combining advertiser service outcomes, agent utilization, staffing costs, and expected revenue uplift.</a:t>
            </a:r>
          </a:p>
        </p:txBody>
      </p:sp>
    </p:spTree>
    <p:extLst>
      <p:ext uri="{BB962C8B-B14F-4D97-AF65-F5344CB8AC3E}">
        <p14:creationId xmlns:p14="http://schemas.microsoft.com/office/powerpoint/2010/main" val="51065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1463040" y="411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</a:rPr>
              <a:t>How the LLM Is Used in the Graph</a:t>
            </a:r>
            <a:endParaRPr lang="en-US" sz="4400" dirty="0"/>
          </a:p>
        </p:txBody>
      </p:sp>
      <p:sp>
        <p:nvSpPr>
          <p:cNvPr id="3" name="Card plan_staffing"/>
          <p:cNvSpPr/>
          <p:nvPr/>
        </p:nvSpPr>
        <p:spPr>
          <a:xfrm>
            <a:off x="502920" y="1828800"/>
            <a:ext cx="4754880" cy="3337560"/>
          </a:xfrm>
          <a:prstGeom prst="roundRect">
            <a:avLst>
              <a:gd name="adj" fmla="val 3288"/>
            </a:avLst>
          </a:prstGeom>
          <a:solidFill>
            <a:schemeClr val="bg2">
              <a:alpha val="5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Icon circle plan_staffing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lan_staff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2180844"/>
            <a:ext cx="256032" cy="256032"/>
          </a:xfrm>
          <a:prstGeom prst="rect">
            <a:avLst/>
          </a:prstGeom>
        </p:spPr>
      </p:pic>
      <p:sp>
        <p:nvSpPr>
          <p:cNvPr id="6" name="Name plan_staffing"/>
          <p:cNvSpPr txBox="1"/>
          <p:nvPr/>
        </p:nvSpPr>
        <p:spPr>
          <a:xfrm>
            <a:off x="1371600" y="20299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plan_staffing</a:t>
            </a:r>
            <a:endParaRPr lang="en-US" sz="1800" dirty="0"/>
          </a:p>
        </p:txBody>
      </p:sp>
      <p:sp>
        <p:nvSpPr>
          <p:cNvPr id="7" name="Role plan_staffing"/>
          <p:cNvSpPr txBox="1"/>
          <p:nvPr/>
        </p:nvSpPr>
        <p:spPr>
          <a:xfrm>
            <a:off x="1371600" y="2359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Chooses the headcount</a:t>
            </a:r>
            <a:endParaRPr lang="en-US" sz="1400" dirty="0"/>
          </a:p>
        </p:txBody>
      </p:sp>
      <p:sp>
        <p:nvSpPr>
          <p:cNvPr id="8" name="Card write_memo"/>
          <p:cNvSpPr/>
          <p:nvPr/>
        </p:nvSpPr>
        <p:spPr>
          <a:xfrm>
            <a:off x="5486400" y="1828800"/>
            <a:ext cx="2971800" cy="3337560"/>
          </a:xfrm>
          <a:prstGeom prst="roundRect">
            <a:avLst>
              <a:gd name="adj" fmla="val 3692"/>
            </a:avLst>
          </a:prstGeom>
          <a:solidFill>
            <a:schemeClr val="bg2">
              <a:alpha val="5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Icon circle write_memo"/>
          <p:cNvSpPr/>
          <p:nvPr/>
        </p:nvSpPr>
        <p:spPr>
          <a:xfrm>
            <a:off x="5715000" y="20574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write_memo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2180844"/>
            <a:ext cx="256032" cy="256032"/>
          </a:xfrm>
          <a:prstGeom prst="rect">
            <a:avLst/>
          </a:prstGeom>
        </p:spPr>
      </p:pic>
      <p:sp>
        <p:nvSpPr>
          <p:cNvPr id="11" name="Name write_memo"/>
          <p:cNvSpPr txBox="1"/>
          <p:nvPr/>
        </p:nvSpPr>
        <p:spPr>
          <a:xfrm>
            <a:off x="6355080" y="2029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write_memo</a:t>
            </a:r>
            <a:endParaRPr lang="en-US" sz="1800" dirty="0"/>
          </a:p>
        </p:txBody>
      </p:sp>
      <p:sp>
        <p:nvSpPr>
          <p:cNvPr id="12" name="Role write_memo"/>
          <p:cNvSpPr txBox="1"/>
          <p:nvPr/>
        </p:nvSpPr>
        <p:spPr>
          <a:xfrm>
            <a:off x="635508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Explains the plan</a:t>
            </a:r>
            <a:endParaRPr lang="en-US" sz="1400" dirty="0"/>
          </a:p>
        </p:txBody>
      </p:sp>
      <p:sp>
        <p:nvSpPr>
          <p:cNvPr id="13" name="Card parse_feedback"/>
          <p:cNvSpPr/>
          <p:nvPr/>
        </p:nvSpPr>
        <p:spPr>
          <a:xfrm>
            <a:off x="8686800" y="1828800"/>
            <a:ext cx="2971800" cy="3337560"/>
          </a:xfrm>
          <a:prstGeom prst="roundRect">
            <a:avLst>
              <a:gd name="adj" fmla="val 3692"/>
            </a:avLst>
          </a:prstGeom>
          <a:solidFill>
            <a:schemeClr val="bg2">
              <a:alpha val="5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Icon circle parse_feedback"/>
          <p:cNvSpPr/>
          <p:nvPr/>
        </p:nvSpPr>
        <p:spPr>
          <a:xfrm>
            <a:off x="8915400" y="20574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arse_feedba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844" y="2180844"/>
            <a:ext cx="256032" cy="256032"/>
          </a:xfrm>
          <a:prstGeom prst="rect">
            <a:avLst/>
          </a:prstGeom>
        </p:spPr>
      </p:pic>
      <p:sp>
        <p:nvSpPr>
          <p:cNvPr id="16" name="Name parse_feedback"/>
          <p:cNvSpPr txBox="1"/>
          <p:nvPr/>
        </p:nvSpPr>
        <p:spPr>
          <a:xfrm>
            <a:off x="9555480" y="2029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parse_feedback</a:t>
            </a:r>
            <a:endParaRPr lang="en-US" sz="1800" dirty="0"/>
          </a:p>
        </p:txBody>
      </p:sp>
      <p:sp>
        <p:nvSpPr>
          <p:cNvPr id="17" name="Role parse_feedback"/>
          <p:cNvSpPr txBox="1"/>
          <p:nvPr/>
        </p:nvSpPr>
        <p:spPr>
          <a:xfrm>
            <a:off x="955548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Takes manager input</a:t>
            </a:r>
            <a:endParaRPr lang="en-US" sz="1400" dirty="0"/>
          </a:p>
        </p:txBody>
      </p:sp>
      <p:sp>
        <p:nvSpPr>
          <p:cNvPr id="18" name="Strategies caption"/>
          <p:cNvSpPr txBox="1"/>
          <p:nvPr/>
        </p:nvSpPr>
        <p:spPr>
          <a:xfrm>
            <a:off x="731520" y="2761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3 strategies every round</a:t>
            </a:r>
            <a:endParaRPr lang="en-US" sz="1200" dirty="0"/>
          </a:p>
        </p:txBody>
      </p:sp>
      <p:sp>
        <p:nvSpPr>
          <p:cNvPr id="19" name="Strategy chip Aggressive"/>
          <p:cNvSpPr txBox="1"/>
          <p:nvPr/>
        </p:nvSpPr>
        <p:spPr>
          <a:xfrm>
            <a:off x="731520" y="3017520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Aggressive</a:t>
            </a:r>
            <a:endParaRPr lang="en-US" sz="1400" dirty="0"/>
          </a:p>
        </p:txBody>
      </p:sp>
      <p:sp>
        <p:nvSpPr>
          <p:cNvPr id="20" name="Strategy chip Moderate"/>
          <p:cNvSpPr txBox="1"/>
          <p:nvPr/>
        </p:nvSpPr>
        <p:spPr>
          <a:xfrm>
            <a:off x="2029968" y="3017520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Moderate</a:t>
            </a:r>
            <a:endParaRPr lang="en-US" sz="1400" dirty="0"/>
          </a:p>
        </p:txBody>
      </p:sp>
      <p:sp>
        <p:nvSpPr>
          <p:cNvPr id="21" name="Strategy chip Conservative"/>
          <p:cNvSpPr txBox="1"/>
          <p:nvPr/>
        </p:nvSpPr>
        <p:spPr>
          <a:xfrm>
            <a:off x="3328416" y="3017520"/>
            <a:ext cx="1554480" cy="347472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Conservative</a:t>
            </a:r>
            <a:endParaRPr lang="en-US" sz="1400" dirty="0"/>
          </a:p>
        </p:txBody>
      </p:sp>
      <p:sp>
        <p:nvSpPr>
          <p:cNvPr id="22" name="Bullets plan_staffing"/>
          <p:cNvSpPr txBox="1"/>
          <p:nvPr/>
        </p:nvSpPr>
        <p:spPr>
          <a:xfrm>
            <a:off x="731520" y="352044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Writes an analysis first, then target agents for Feb–Dec with a reason per month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chemeClr val="tx2"/>
                </a:solidFill>
              </a:rPr>
              <a:t>Tools validate and simulate every candidate </a:t>
            </a:r>
            <a:r>
              <a:rPr lang="en-US" sz="1400" dirty="0">
                <a:solidFill>
                  <a:schemeClr val="tx2"/>
                </a:solidFill>
              </a:rPr>
              <a:t>and keeps the best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Iterates up to 5 rounds: fix failures, then refine the best plan</a:t>
            </a:r>
            <a:endParaRPr lang="en-US" sz="1400" dirty="0"/>
          </a:p>
        </p:txBody>
      </p:sp>
      <p:sp>
        <p:nvSpPr>
          <p:cNvPr id="23" name="Bullets write_memo"/>
          <p:cNvSpPr txBox="1"/>
          <p:nvPr/>
        </p:nvSpPr>
        <p:spPr>
          <a:xfrm>
            <a:off x="5715000" y="28346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Writes the approval memo for the manager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Headline, why this plan, AI vs. heuristic, risks and assumptions</a:t>
            </a:r>
            <a:endParaRPr lang="en-US" sz="1400" dirty="0"/>
          </a:p>
        </p:txBody>
      </p:sp>
      <p:sp>
        <p:nvSpPr>
          <p:cNvPr id="24" name="Callout write_memo"/>
          <p:cNvSpPr txBox="1"/>
          <p:nvPr/>
        </p:nvSpPr>
        <p:spPr>
          <a:xfrm>
            <a:off x="5715000" y="4224528"/>
            <a:ext cx="251460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/>
        </p:spPr>
        <p:txBody>
          <a:bodyPr wrap="square" lIns="50800" tIns="114300" rIns="114300" bIns="508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Uses only numbers computed by the simulator</a:t>
            </a:r>
            <a:endParaRPr lang="en-US" sz="1400" dirty="0"/>
          </a:p>
        </p:txBody>
      </p:sp>
      <p:sp>
        <p:nvSpPr>
          <p:cNvPr id="25" name="Bullets parse_feedback"/>
          <p:cNvSpPr txBox="1"/>
          <p:nvPr/>
        </p:nvSpPr>
        <p:spPr>
          <a:xfrm>
            <a:off x="8915400" y="283464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Turns plain-English feedback into hard constraints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Enforced by validation on the next round</a:t>
            </a:r>
            <a:endParaRPr lang="en-US" sz="1400" dirty="0"/>
          </a:p>
        </p:txBody>
      </p:sp>
      <p:sp>
        <p:nvSpPr>
          <p:cNvPr id="26" name="Callout parse_feedback"/>
          <p:cNvSpPr txBox="1"/>
          <p:nvPr/>
        </p:nvSpPr>
        <p:spPr>
          <a:xfrm>
            <a:off x="8915400" y="411480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/>
        </p:spPr>
        <p:txBody>
          <a:bodyPr wrap="square" lIns="50800" tIns="114300" rIns="114300" bIns="508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“Don’t give anyone notice before June, and never go below 110 agents”</a:t>
            </a:r>
            <a:endParaRPr lang="en-US" sz="1400" dirty="0"/>
          </a:p>
        </p:txBody>
      </p:sp>
      <p:sp>
        <p:nvSpPr>
          <p:cNvPr id="27" name="Techniques caption"/>
          <p:cNvSpPr txBox="1"/>
          <p:nvPr/>
        </p:nvSpPr>
        <p:spPr>
          <a:xfrm>
            <a:off x="502920" y="5230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TECHNIQUES USED</a:t>
            </a:r>
            <a:endParaRPr lang="en-US" sz="1200" dirty="0"/>
          </a:p>
        </p:txBody>
      </p:sp>
      <p:sp>
        <p:nvSpPr>
          <p:cNvPr id="28" name="Pill LangGraph"/>
          <p:cNvSpPr/>
          <p:nvPr/>
        </p:nvSpPr>
        <p:spPr>
          <a:xfrm>
            <a:off x="502920" y="5504688"/>
            <a:ext cx="3575304" cy="896112"/>
          </a:xfrm>
          <a:prstGeom prst="roundRect">
            <a:avLst>
              <a:gd name="adj" fmla="val 1224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Pill icon circle LangGraph"/>
          <p:cNvSpPr/>
          <p:nvPr/>
        </p:nvSpPr>
        <p:spPr>
          <a:xfrm>
            <a:off x="685800" y="572414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LangGraph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843016"/>
            <a:ext cx="219456" cy="219456"/>
          </a:xfrm>
          <a:prstGeom prst="rect">
            <a:avLst/>
          </a:prstGeom>
        </p:spPr>
      </p:pic>
      <p:sp>
        <p:nvSpPr>
          <p:cNvPr id="31" name="Pill text LangGraph"/>
          <p:cNvSpPr txBox="1"/>
          <p:nvPr/>
        </p:nvSpPr>
        <p:spPr>
          <a:xfrm>
            <a:off x="1280160" y="5559552"/>
            <a:ext cx="2660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LangGraph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Revise and refine loops, plus a human-approval pause</a:t>
            </a:r>
            <a:endParaRPr lang="en-US" sz="1600" dirty="0"/>
          </a:p>
        </p:txBody>
      </p:sp>
      <p:sp>
        <p:nvSpPr>
          <p:cNvPr id="32" name="Pill Prompt engineering"/>
          <p:cNvSpPr/>
          <p:nvPr/>
        </p:nvSpPr>
        <p:spPr>
          <a:xfrm>
            <a:off x="4306824" y="5504688"/>
            <a:ext cx="3575304" cy="896112"/>
          </a:xfrm>
          <a:prstGeom prst="roundRect">
            <a:avLst>
              <a:gd name="adj" fmla="val 1224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Pill icon circle Prompt engineering"/>
          <p:cNvSpPr/>
          <p:nvPr/>
        </p:nvSpPr>
        <p:spPr>
          <a:xfrm>
            <a:off x="4489704" y="572414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ompt engineering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5843016"/>
            <a:ext cx="219456" cy="219456"/>
          </a:xfrm>
          <a:prstGeom prst="rect">
            <a:avLst/>
          </a:prstGeom>
        </p:spPr>
      </p:pic>
      <p:sp>
        <p:nvSpPr>
          <p:cNvPr id="35" name="Pill text Prompt engineering"/>
          <p:cNvSpPr txBox="1"/>
          <p:nvPr/>
        </p:nvSpPr>
        <p:spPr>
          <a:xfrm>
            <a:off x="5084064" y="5559552"/>
            <a:ext cx="2660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Prompt engineering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Rules, costs and feedback built into the prompt</a:t>
            </a:r>
            <a:endParaRPr lang="en-US" sz="1600" dirty="0"/>
          </a:p>
        </p:txBody>
      </p:sp>
      <p:sp>
        <p:nvSpPr>
          <p:cNvPr id="36" name="Pill Structured outputs"/>
          <p:cNvSpPr/>
          <p:nvPr/>
        </p:nvSpPr>
        <p:spPr>
          <a:xfrm>
            <a:off x="8110728" y="5504688"/>
            <a:ext cx="3575304" cy="896112"/>
          </a:xfrm>
          <a:prstGeom prst="roundRect">
            <a:avLst>
              <a:gd name="adj" fmla="val 1224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Pill icon circle Structured outputs"/>
          <p:cNvSpPr/>
          <p:nvPr/>
        </p:nvSpPr>
        <p:spPr>
          <a:xfrm>
            <a:off x="8293608" y="572414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Structured output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5843016"/>
            <a:ext cx="219456" cy="219456"/>
          </a:xfrm>
          <a:prstGeom prst="rect">
            <a:avLst/>
          </a:prstGeom>
        </p:spPr>
      </p:pic>
      <p:sp>
        <p:nvSpPr>
          <p:cNvPr id="39" name="Pill text Structured outputs"/>
          <p:cNvSpPr txBox="1"/>
          <p:nvPr/>
        </p:nvSpPr>
        <p:spPr>
          <a:xfrm>
            <a:off x="8887968" y="5559552"/>
            <a:ext cx="2660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Structured outputs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Pydantic schemas for plans, memos and constraints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E1602C84-B62F-7302-3764-0D58CF814F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239" y="1525536"/>
            <a:ext cx="3775459" cy="377545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9A1D9BC-1455-4308-9ABD-A3F8EDB6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C9D93-D04F-D306-DE6C-C6427B26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961" y="962526"/>
            <a:ext cx="5384800" cy="3210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700"/>
              <a:t>Final Report</a:t>
            </a:r>
            <a:endParaRPr lang="en-US" sz="6700" dirty="0"/>
          </a:p>
        </p:txBody>
      </p:sp>
    </p:spTree>
    <p:extLst>
      <p:ext uri="{BB962C8B-B14F-4D97-AF65-F5344CB8AC3E}">
        <p14:creationId xmlns:p14="http://schemas.microsoft.com/office/powerpoint/2010/main" val="3185757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76215-0B77-8615-B241-C2419B17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48BC626-7D2B-49B0-2A8B-8AC750EAE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D17184-6CC4-AC59-5481-4856EF27C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178FFE-83BA-ECEC-2A93-620BB0726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7E23EF-BCB7-AEAD-91A3-42AE00D9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73125-7529-1F07-7A6A-184D881C8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Decisions and Assumptions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52718-7BBC-81D8-38B6-68958D9BDBA3}"/>
              </a:ext>
            </a:extLst>
          </p:cNvPr>
          <p:cNvSpPr txBox="1"/>
          <p:nvPr/>
        </p:nvSpPr>
        <p:spPr>
          <a:xfrm>
            <a:off x="774096" y="1711476"/>
            <a:ext cx="1109133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Each productive agent supports a maximum of 10 advertisers simultaneously.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Advertiser support lasts exactly 60 days.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Advertisers may wait up to 60 days.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Waiting advertisers are assigned FIFO.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All existing agents begin 2026 without existing advertiser assignments.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New agents require one month of ramp-up.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Ramping agents receive salary but provide zero capacity.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Termination requires one month's notice.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Agents remain productive during their notice month.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Termination costs 40% of annual salary.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The expected advertiser spend uplift used by the evaluation model is 13.75%.</a:t>
            </a:r>
          </a:p>
          <a:p>
            <a:pPr algn="l">
              <a:buFont typeface=""/>
              <a:buAutoNum type="arabicPeriod"/>
            </a:pPr>
            <a:r>
              <a:rPr lang="en-US" sz="2400" b="0" i="0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Forecast growth is derived from 2024-2025 historical demand.</a:t>
            </a:r>
          </a:p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6072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F0E39-20E5-2E6B-0475-39B33386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AF53B04-2755-F7E7-0E76-7750B8E58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85F5BF-A9C8-8F50-1E97-C45A9C0C7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0536A5-7543-3FE1-B1AB-144E1566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4A3DBA-34D3-B7C4-9F67-E1D5A3018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E0C31-49FB-48F9-44E8-4FC2039A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" y="5130814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Overall:</a:t>
            </a:r>
            <a:endParaRPr lang="en-US" sz="40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43F4539-7134-3636-DF10-8992EEC5501E}"/>
              </a:ext>
            </a:extLst>
          </p:cNvPr>
          <p:cNvSpPr txBox="1">
            <a:spLocks/>
          </p:cNvSpPr>
          <p:nvPr/>
        </p:nvSpPr>
        <p:spPr>
          <a:xfrm>
            <a:off x="-1" y="24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FFFFFF"/>
                </a:solidFill>
              </a:rPr>
              <a:t>Final Recommendations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9E41E6-D210-9CD6-C777-2CC25FBE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101"/>
            <a:ext cx="9793868" cy="45955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E3050D-52BF-6FE4-FFC4-4DA51420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673" y="5763684"/>
            <a:ext cx="8688211" cy="10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9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6AA80-780D-D1EC-8188-50C9F73BA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1A932F2-B849-8290-44BD-5B723DB6C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844754-414F-BA02-DC4E-0A260C16E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D88934-0250-F093-8A8F-6675EA635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4D1489-D272-AD6C-2DD2-DE803C540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431F8-42A6-9494-A392-99B085D8E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Detailed Analysis (Single Country Run)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668CA-6FF8-E225-81FD-6C558187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4640"/>
            <a:ext cx="12192000" cy="368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18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881898-0E04-97DB-42A3-6E237B50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A8BD9C9-A5D6-3292-88E2-18F23A4C0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9A06DA-5A8A-D144-22B3-48151DE46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F8C8B4-0B3C-1F03-EC29-55A3D35D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419E62-3206-1E95-25ED-3C965738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11E6E-2215-71A6-1AF4-262F0740E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Detailed Analysis (Single Country Run with Human in the Loop)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260EE-347C-567D-0213-5B48DD722ACB}"/>
              </a:ext>
            </a:extLst>
          </p:cNvPr>
          <p:cNvSpPr txBox="1"/>
          <p:nvPr/>
        </p:nvSpPr>
        <p:spPr>
          <a:xfrm>
            <a:off x="1989" y="1591903"/>
            <a:ext cx="1218726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ptos"/>
              </a:rPr>
              <a:t>Told: "Don't</a:t>
            </a:r>
            <a:r>
              <a:rPr lang="en-US" sz="2800" dirty="0">
                <a:latin typeface="Aptos"/>
              </a:rPr>
              <a:t> give anyone notice before June, and never go below 110 agents"</a:t>
            </a:r>
          </a:p>
          <a:p>
            <a:pPr algn="l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272590-3762-BE27-B07E-0DB36F36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" y="2186667"/>
            <a:ext cx="12192000" cy="364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93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EE8E5-AE4E-17AD-BC14-30B20D02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B0AB890-C78C-CE86-8F6F-5343780B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4672D9-206F-0F05-E101-185293677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C3FA77-E13F-58DC-955D-291073469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FA94459-E6B5-50CD-73CA-38426117E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FECCA-CA7E-B4D2-0840-6187A831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Detailed Analysis (Single Country Run with Human in the Loop)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19FDF-7144-3E2C-9022-9BDE2F33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40" y="1326444"/>
            <a:ext cx="9083518" cy="541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5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D2780-6C69-0B25-196C-AA6748F5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378FC03-C31A-8CA5-D99C-7367CFD19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3C834-48BD-E41D-9F6A-19F715944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45BB27-AB4B-C7B9-C521-E42D575CE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E3F4C0-1586-4541-1217-873D8C6F4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7EE0C-B905-3FC8-1136-32E7E06B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Detailed Analysis  (Comparison Plots)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F7BE1-D80A-2816-71E2-A90FEE4B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1563"/>
            <a:ext cx="12192000" cy="514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33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Accept">
            <a:extLst>
              <a:ext uri="{FF2B5EF4-FFF2-40B4-BE49-F238E27FC236}">
                <a16:creationId xmlns:a16="http://schemas.microsoft.com/office/drawing/2014/main" id="{043BB844-3C72-A77F-FF74-ACF58203D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239" y="1525536"/>
            <a:ext cx="3775459" cy="377545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9A1D9BC-1455-4308-9ABD-A3F8EDB6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381CD-E6FE-5A7B-82A6-E42DC495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961" y="962526"/>
            <a:ext cx="5384800" cy="3210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4024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DADS 5250 Hackathon</vt:lpstr>
      <vt:lpstr>Dynamic Agent Staffing Optimization with GenAI</vt:lpstr>
      <vt:lpstr>Overall Flow</vt:lpstr>
      <vt:lpstr>Tools</vt:lpstr>
      <vt:lpstr>How the LLM Is Used in the Graph</vt:lpstr>
      <vt:lpstr>Final Report</vt:lpstr>
      <vt:lpstr>Key Decisions and Assumptions</vt:lpstr>
      <vt:lpstr>Overall:</vt:lpstr>
      <vt:lpstr>Detailed Analysis (Single Country Run)</vt:lpstr>
      <vt:lpstr>Detailed Analysis (Single Country Run with Human in the Loop)</vt:lpstr>
      <vt:lpstr>Detailed Analysis (Single Country Run with Human in the Loop)</vt:lpstr>
      <vt:lpstr>Detailed Analysis  (Comparison Plots)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Anson Chan</dc:creator>
  <cp:revision>200</cp:revision>
  <dcterms:created xsi:type="dcterms:W3CDTF">2026-10-22T14:35:10Z</dcterms:created>
  <dcterms:modified xsi:type="dcterms:W3CDTF">2026-10-29T01:46:07Z</dcterms:modified>
</cp:coreProperties>
</file>